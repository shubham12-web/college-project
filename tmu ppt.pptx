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259" r:id="rId4"/>
    <p:sldId id="260" r:id="rId5"/>
    <p:sldId id="261" r:id="rId6"/>
    <p:sldId id="263" r:id="rId7"/>
    <p:sldId id="264" r:id="rId8"/>
    <p:sldId id="265"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3971" autoAdjust="0"/>
    <p:restoredTop sz="94660"/>
  </p:normalViewPr>
  <p:slideViewPr>
    <p:cSldViewPr>
      <p:cViewPr varScale="1">
        <p:scale>
          <a:sx n="65" d="100"/>
          <a:sy n="65" d="100"/>
        </p:scale>
        <p:origin x="1640"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mj_ai@outlook.com" userId="5a6cfcb073d82766" providerId="LiveId" clId="{1D8BF792-AD7B-4A00-9BE2-F7F9FBDD5ED3}"/>
    <pc:docChg chg="undo custSel delSld modSld">
      <pc:chgData name="shubhamj_ai@outlook.com" userId="5a6cfcb073d82766" providerId="LiveId" clId="{1D8BF792-AD7B-4A00-9BE2-F7F9FBDD5ED3}" dt="2023-05-04T21:59:42.281" v="123" actId="14100"/>
      <pc:docMkLst>
        <pc:docMk/>
      </pc:docMkLst>
      <pc:sldChg chg="modSp mod">
        <pc:chgData name="shubhamj_ai@outlook.com" userId="5a6cfcb073d82766" providerId="LiveId" clId="{1D8BF792-AD7B-4A00-9BE2-F7F9FBDD5ED3}" dt="2023-05-04T21:43:02.820" v="43" actId="20577"/>
        <pc:sldMkLst>
          <pc:docMk/>
          <pc:sldMk cId="0" sldId="257"/>
        </pc:sldMkLst>
        <pc:spChg chg="mod">
          <ac:chgData name="shubhamj_ai@outlook.com" userId="5a6cfcb073d82766" providerId="LiveId" clId="{1D8BF792-AD7B-4A00-9BE2-F7F9FBDD5ED3}" dt="2023-05-04T21:43:02.820" v="43" actId="20577"/>
          <ac:spMkLst>
            <pc:docMk/>
            <pc:sldMk cId="0" sldId="257"/>
            <ac:spMk id="1048589" creationId="{00000000-0000-0000-0000-000000000000}"/>
          </ac:spMkLst>
        </pc:spChg>
        <pc:spChg chg="mod">
          <ac:chgData name="shubhamj_ai@outlook.com" userId="5a6cfcb073d82766" providerId="LiveId" clId="{1D8BF792-AD7B-4A00-9BE2-F7F9FBDD5ED3}" dt="2023-05-04T21:42:42.492" v="18" actId="20577"/>
          <ac:spMkLst>
            <pc:docMk/>
            <pc:sldMk cId="0" sldId="257"/>
            <ac:spMk id="1048590" creationId="{00000000-0000-0000-0000-000000000000}"/>
          </ac:spMkLst>
        </pc:spChg>
      </pc:sldChg>
      <pc:sldChg chg="modSp mod">
        <pc:chgData name="shubhamj_ai@outlook.com" userId="5a6cfcb073d82766" providerId="LiveId" clId="{1D8BF792-AD7B-4A00-9BE2-F7F9FBDD5ED3}" dt="2023-05-04T21:47:42.968" v="60" actId="255"/>
        <pc:sldMkLst>
          <pc:docMk/>
          <pc:sldMk cId="0" sldId="258"/>
        </pc:sldMkLst>
        <pc:spChg chg="mod">
          <ac:chgData name="shubhamj_ai@outlook.com" userId="5a6cfcb073d82766" providerId="LiveId" clId="{1D8BF792-AD7B-4A00-9BE2-F7F9FBDD5ED3}" dt="2023-05-04T21:47:42.968" v="60" actId="255"/>
          <ac:spMkLst>
            <pc:docMk/>
            <pc:sldMk cId="0" sldId="258"/>
            <ac:spMk id="1048600" creationId="{00000000-0000-0000-0000-000000000000}"/>
          </ac:spMkLst>
        </pc:spChg>
      </pc:sldChg>
      <pc:sldChg chg="modSp mod">
        <pc:chgData name="shubhamj_ai@outlook.com" userId="5a6cfcb073d82766" providerId="LiveId" clId="{1D8BF792-AD7B-4A00-9BE2-F7F9FBDD5ED3}" dt="2023-05-04T21:48:52.398" v="68" actId="123"/>
        <pc:sldMkLst>
          <pc:docMk/>
          <pc:sldMk cId="0" sldId="259"/>
        </pc:sldMkLst>
        <pc:spChg chg="mod">
          <ac:chgData name="shubhamj_ai@outlook.com" userId="5a6cfcb073d82766" providerId="LiveId" clId="{1D8BF792-AD7B-4A00-9BE2-F7F9FBDD5ED3}" dt="2023-05-04T21:48:52.398" v="68" actId="123"/>
          <ac:spMkLst>
            <pc:docMk/>
            <pc:sldMk cId="0" sldId="259"/>
            <ac:spMk id="1048605" creationId="{00000000-0000-0000-0000-000000000000}"/>
          </ac:spMkLst>
        </pc:spChg>
      </pc:sldChg>
      <pc:sldChg chg="modSp mod">
        <pc:chgData name="shubhamj_ai@outlook.com" userId="5a6cfcb073d82766" providerId="LiveId" clId="{1D8BF792-AD7B-4A00-9BE2-F7F9FBDD5ED3}" dt="2023-05-04T21:52:21.990" v="88" actId="255"/>
        <pc:sldMkLst>
          <pc:docMk/>
          <pc:sldMk cId="0" sldId="260"/>
        </pc:sldMkLst>
        <pc:spChg chg="mod">
          <ac:chgData name="shubhamj_ai@outlook.com" userId="5a6cfcb073d82766" providerId="LiveId" clId="{1D8BF792-AD7B-4A00-9BE2-F7F9FBDD5ED3}" dt="2023-05-04T21:52:21.990" v="88" actId="255"/>
          <ac:spMkLst>
            <pc:docMk/>
            <pc:sldMk cId="0" sldId="260"/>
            <ac:spMk id="1048615" creationId="{00000000-0000-0000-0000-000000000000}"/>
          </ac:spMkLst>
        </pc:spChg>
        <pc:spChg chg="mod">
          <ac:chgData name="shubhamj_ai@outlook.com" userId="5a6cfcb073d82766" providerId="LiveId" clId="{1D8BF792-AD7B-4A00-9BE2-F7F9FBDD5ED3}" dt="2023-05-04T21:52:11.036" v="86" actId="1036"/>
          <ac:spMkLst>
            <pc:docMk/>
            <pc:sldMk cId="0" sldId="260"/>
            <ac:spMk id="1048619" creationId="{00000000-0000-0000-0000-000000000000}"/>
          </ac:spMkLst>
        </pc:spChg>
      </pc:sldChg>
      <pc:sldChg chg="addSp delSp modSp mod modClrScheme chgLayout">
        <pc:chgData name="shubhamj_ai@outlook.com" userId="5a6cfcb073d82766" providerId="LiveId" clId="{1D8BF792-AD7B-4A00-9BE2-F7F9FBDD5ED3}" dt="2023-05-04T21:54:35.087" v="99" actId="14100"/>
        <pc:sldMkLst>
          <pc:docMk/>
          <pc:sldMk cId="0" sldId="261"/>
        </pc:sldMkLst>
        <pc:spChg chg="add del mod ord">
          <ac:chgData name="shubhamj_ai@outlook.com" userId="5a6cfcb073d82766" providerId="LiveId" clId="{1D8BF792-AD7B-4A00-9BE2-F7F9FBDD5ED3}" dt="2023-05-04T21:53:04.864" v="90" actId="700"/>
          <ac:spMkLst>
            <pc:docMk/>
            <pc:sldMk cId="0" sldId="261"/>
            <ac:spMk id="2" creationId="{BAC3630D-8CCD-3617-DDD0-64EF29124ECB}"/>
          </ac:spMkLst>
        </pc:spChg>
        <pc:spChg chg="add del mod ord">
          <ac:chgData name="shubhamj_ai@outlook.com" userId="5a6cfcb073d82766" providerId="LiveId" clId="{1D8BF792-AD7B-4A00-9BE2-F7F9FBDD5ED3}" dt="2023-05-04T21:53:04.864" v="90" actId="700"/>
          <ac:spMkLst>
            <pc:docMk/>
            <pc:sldMk cId="0" sldId="261"/>
            <ac:spMk id="1048625" creationId="{00000000-0000-0000-0000-000000000000}"/>
          </ac:spMkLst>
        </pc:spChg>
        <pc:spChg chg="mod ord">
          <ac:chgData name="shubhamj_ai@outlook.com" userId="5a6cfcb073d82766" providerId="LiveId" clId="{1D8BF792-AD7B-4A00-9BE2-F7F9FBDD5ED3}" dt="2023-05-04T21:53:04.864" v="90" actId="700"/>
          <ac:spMkLst>
            <pc:docMk/>
            <pc:sldMk cId="0" sldId="261"/>
            <ac:spMk id="1048626" creationId="{00000000-0000-0000-0000-000000000000}"/>
          </ac:spMkLst>
        </pc:spChg>
        <pc:spChg chg="mod ord">
          <ac:chgData name="shubhamj_ai@outlook.com" userId="5a6cfcb073d82766" providerId="LiveId" clId="{1D8BF792-AD7B-4A00-9BE2-F7F9FBDD5ED3}" dt="2023-05-04T21:53:04.864" v="90" actId="700"/>
          <ac:spMkLst>
            <pc:docMk/>
            <pc:sldMk cId="0" sldId="261"/>
            <ac:spMk id="1048627" creationId="{00000000-0000-0000-0000-000000000000}"/>
          </ac:spMkLst>
        </pc:spChg>
        <pc:picChg chg="add mod modCrop">
          <ac:chgData name="shubhamj_ai@outlook.com" userId="5a6cfcb073d82766" providerId="LiveId" clId="{1D8BF792-AD7B-4A00-9BE2-F7F9FBDD5ED3}" dt="2023-05-04T21:54:35.087" v="99" actId="14100"/>
          <ac:picMkLst>
            <pc:docMk/>
            <pc:sldMk cId="0" sldId="261"/>
            <ac:picMk id="3" creationId="{733C2676-6768-2045-4A7A-C84FF472BC05}"/>
          </ac:picMkLst>
        </pc:picChg>
      </pc:sldChg>
      <pc:sldChg chg="addSp delSp modSp del">
        <pc:chgData name="shubhamj_ai@outlook.com" userId="5a6cfcb073d82766" providerId="LiveId" clId="{1D8BF792-AD7B-4A00-9BE2-F7F9FBDD5ED3}" dt="2023-05-04T21:55:01.690" v="101" actId="2696"/>
        <pc:sldMkLst>
          <pc:docMk/>
          <pc:sldMk cId="0" sldId="262"/>
        </pc:sldMkLst>
        <pc:spChg chg="add del mod">
          <ac:chgData name="shubhamj_ai@outlook.com" userId="5a6cfcb073d82766" providerId="LiveId" clId="{1D8BF792-AD7B-4A00-9BE2-F7F9FBDD5ED3}" dt="2023-05-04T21:54:54.193" v="100"/>
          <ac:spMkLst>
            <pc:docMk/>
            <pc:sldMk cId="0" sldId="262"/>
            <ac:spMk id="2" creationId="{F1174A28-9A01-74A6-07AB-31097E2F9044}"/>
          </ac:spMkLst>
        </pc:spChg>
        <pc:spChg chg="mod">
          <ac:chgData name="shubhamj_ai@outlook.com" userId="5a6cfcb073d82766" providerId="LiveId" clId="{1D8BF792-AD7B-4A00-9BE2-F7F9FBDD5ED3}" dt="2023-05-04T21:54:54.193" v="100"/>
          <ac:spMkLst>
            <pc:docMk/>
            <pc:sldMk cId="0" sldId="262"/>
            <ac:spMk id="1048639" creationId="{00000000-0000-0000-0000-000000000000}"/>
          </ac:spMkLst>
        </pc:spChg>
      </pc:sldChg>
      <pc:sldChg chg="addSp modSp mod">
        <pc:chgData name="shubhamj_ai@outlook.com" userId="5a6cfcb073d82766" providerId="LiveId" clId="{1D8BF792-AD7B-4A00-9BE2-F7F9FBDD5ED3}" dt="2023-05-04T21:58:09.217" v="113" actId="255"/>
        <pc:sldMkLst>
          <pc:docMk/>
          <pc:sldMk cId="0" sldId="263"/>
        </pc:sldMkLst>
        <pc:spChg chg="add mod">
          <ac:chgData name="shubhamj_ai@outlook.com" userId="5a6cfcb073d82766" providerId="LiveId" clId="{1D8BF792-AD7B-4A00-9BE2-F7F9FBDD5ED3}" dt="2023-05-04T21:58:09.217" v="113" actId="255"/>
          <ac:spMkLst>
            <pc:docMk/>
            <pc:sldMk cId="0" sldId="263"/>
            <ac:spMk id="3" creationId="{FE66FA27-A030-3397-1C43-0FD77F630503}"/>
          </ac:spMkLst>
        </pc:spChg>
        <pc:spChg chg="mod">
          <ac:chgData name="shubhamj_ai@outlook.com" userId="5a6cfcb073d82766" providerId="LiveId" clId="{1D8BF792-AD7B-4A00-9BE2-F7F9FBDD5ED3}" dt="2023-05-04T21:55:13.053" v="103" actId="20577"/>
          <ac:spMkLst>
            <pc:docMk/>
            <pc:sldMk cId="0" sldId="263"/>
            <ac:spMk id="1048645" creationId="{00000000-0000-0000-0000-000000000000}"/>
          </ac:spMkLst>
        </pc:spChg>
      </pc:sldChg>
      <pc:sldChg chg="addSp modSp mod">
        <pc:chgData name="shubhamj_ai@outlook.com" userId="5a6cfcb073d82766" providerId="LiveId" clId="{1D8BF792-AD7B-4A00-9BE2-F7F9FBDD5ED3}" dt="2023-05-04T21:59:42.281" v="123" actId="14100"/>
        <pc:sldMkLst>
          <pc:docMk/>
          <pc:sldMk cId="0" sldId="264"/>
        </pc:sldMkLst>
        <pc:spChg chg="add mod">
          <ac:chgData name="shubhamj_ai@outlook.com" userId="5a6cfcb073d82766" providerId="LiveId" clId="{1D8BF792-AD7B-4A00-9BE2-F7F9FBDD5ED3}" dt="2023-05-04T21:59:42.281" v="123" actId="14100"/>
          <ac:spMkLst>
            <pc:docMk/>
            <pc:sldMk cId="0" sldId="264"/>
            <ac:spMk id="3" creationId="{20BA1031-3292-75B4-537D-95A7A4949A34}"/>
          </ac:spMkLst>
        </pc:spChg>
        <pc:spChg chg="mod">
          <ac:chgData name="shubhamj_ai@outlook.com" userId="5a6cfcb073d82766" providerId="LiveId" clId="{1D8BF792-AD7B-4A00-9BE2-F7F9FBDD5ED3}" dt="2023-05-04T21:55:23.475" v="105" actId="20577"/>
          <ac:spMkLst>
            <pc:docMk/>
            <pc:sldMk cId="0" sldId="264"/>
            <ac:spMk id="104864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98"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1048699"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CD895D-D788-4B08-93B3-B78EFB535739}" type="datetimeFigureOut">
              <a:rPr lang="en-IN" smtClean="0"/>
              <a:t>05-05-2023</a:t>
            </a:fld>
            <a:endParaRPr lang="en-IN"/>
          </a:p>
        </p:txBody>
      </p:sp>
      <p:sp>
        <p:nvSpPr>
          <p:cNvPr id="1048700"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1048701"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2"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1048703"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432714-8A85-4045-9756-8E58AB7B761B}"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Rectangle 7"/>
          <p:cNvSpPr>
            <a:spLocks noGrp="1" noChangeArrowheads="1"/>
          </p:cNvSpPr>
          <p:nvPr>
            <p:ph type="sldNum" sz="quarter" idx="5"/>
          </p:nvPr>
        </p:nvSpPr>
        <p:spPr/>
        <p:txBody>
          <a:bodyPr/>
          <a:lstStyle/>
          <a:p>
            <a:fld id="{1DECB7F0-34A5-4C70-97E9-77E6D8EC06C7}" type="slidenum">
              <a:rPr lang="en-US"/>
              <a:t>2</a:t>
            </a:fld>
            <a:endParaRPr lang="en-US"/>
          </a:p>
        </p:txBody>
      </p:sp>
      <p:sp>
        <p:nvSpPr>
          <p:cNvPr id="1048602" name="Rectangle 2"/>
          <p:cNvSpPr>
            <a:spLocks noGrp="1" noRot="1" noChangeAspect="1" noChangeArrowheads="1" noTextEdit="1"/>
          </p:cNvSpPr>
          <p:nvPr>
            <p:ph type="sldImg"/>
          </p:nvPr>
        </p:nvSpPr>
        <p:spPr/>
      </p:sp>
      <p:sp>
        <p:nvSpPr>
          <p:cNvPr id="1048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Rectangle 7"/>
          <p:cNvSpPr>
            <a:spLocks noGrp="1" noChangeArrowheads="1"/>
          </p:cNvSpPr>
          <p:nvPr>
            <p:ph type="sldNum" sz="quarter" idx="5"/>
          </p:nvPr>
        </p:nvSpPr>
        <p:spPr/>
        <p:txBody>
          <a:bodyPr/>
          <a:lstStyle/>
          <a:p>
            <a:fld id="{1DECB7F0-34A5-4C70-97E9-77E6D8EC06C7}" type="slidenum">
              <a:rPr lang="en-US"/>
              <a:t>3</a:t>
            </a:fld>
            <a:endParaRPr lang="en-US"/>
          </a:p>
        </p:txBody>
      </p:sp>
      <p:sp>
        <p:nvSpPr>
          <p:cNvPr id="1048612" name="Rectangle 2"/>
          <p:cNvSpPr>
            <a:spLocks noGrp="1" noRot="1" noChangeAspect="1" noChangeArrowheads="1" noTextEdit="1"/>
          </p:cNvSpPr>
          <p:nvPr>
            <p:ph type="sldImg"/>
          </p:nvPr>
        </p:nvSpPr>
        <p:spPr/>
      </p:sp>
      <p:sp>
        <p:nvSpPr>
          <p:cNvPr id="104861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Rectangle 7"/>
          <p:cNvSpPr>
            <a:spLocks noGrp="1" noChangeArrowheads="1"/>
          </p:cNvSpPr>
          <p:nvPr>
            <p:ph type="sldNum" sz="quarter" idx="5"/>
          </p:nvPr>
        </p:nvSpPr>
        <p:spPr/>
        <p:txBody>
          <a:bodyPr/>
          <a:lstStyle/>
          <a:p>
            <a:fld id="{1DECB7F0-34A5-4C70-97E9-77E6D8EC06C7}" type="slidenum">
              <a:rPr lang="en-US"/>
              <a:t>4</a:t>
            </a:fld>
            <a:endParaRPr lang="en-US"/>
          </a:p>
        </p:txBody>
      </p:sp>
      <p:sp>
        <p:nvSpPr>
          <p:cNvPr id="1048623" name="Rectangle 2"/>
          <p:cNvSpPr>
            <a:spLocks noGrp="1" noRot="1" noChangeAspect="1" noChangeArrowheads="1" noTextEdit="1"/>
          </p:cNvSpPr>
          <p:nvPr>
            <p:ph type="sldImg"/>
          </p:nvPr>
        </p:nvSpPr>
        <p:spPr/>
      </p:sp>
      <p:sp>
        <p:nvSpPr>
          <p:cNvPr id="1048624"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Rectangle 7"/>
          <p:cNvSpPr>
            <a:spLocks noGrp="1" noChangeArrowheads="1"/>
          </p:cNvSpPr>
          <p:nvPr>
            <p:ph type="sldNum" sz="quarter" idx="5"/>
          </p:nvPr>
        </p:nvSpPr>
        <p:spPr/>
        <p:txBody>
          <a:bodyPr/>
          <a:lstStyle/>
          <a:p>
            <a:fld id="{1DECB7F0-34A5-4C70-97E9-77E6D8EC06C7}" type="slidenum">
              <a:rPr lang="en-US"/>
              <a:t>5</a:t>
            </a:fld>
            <a:endParaRPr lang="en-US"/>
          </a:p>
        </p:txBody>
      </p:sp>
      <p:sp>
        <p:nvSpPr>
          <p:cNvPr id="1048634" name="Rectangle 2"/>
          <p:cNvSpPr>
            <a:spLocks noGrp="1" noRot="1" noChangeAspect="1" noChangeArrowheads="1" noTextEdit="1"/>
          </p:cNvSpPr>
          <p:nvPr>
            <p:ph type="sldImg"/>
          </p:nvPr>
        </p:nvSpPr>
        <p:spPr/>
      </p:sp>
      <p:sp>
        <p:nvSpPr>
          <p:cNvPr id="104863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79"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1048580"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1048581"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1048582"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583"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1" name="Title 1"/>
          <p:cNvSpPr>
            <a:spLocks noGrp="1"/>
          </p:cNvSpPr>
          <p:nvPr>
            <p:ph type="title"/>
          </p:nvPr>
        </p:nvSpPr>
        <p:spPr>
          <a:xfrm>
            <a:off x="-3856" y="0"/>
            <a:ext cx="9147855" cy="548680"/>
          </a:xfrm>
        </p:spPr>
        <p:txBody>
          <a:bodyPr>
            <a:normAutofit/>
          </a:bodyPr>
          <a:lstStyle>
            <a:lvl1pPr algn="l">
              <a:defRPr sz="2800" b="1"/>
            </a:lvl1pPr>
          </a:lstStyle>
          <a:p>
            <a:r>
              <a:rPr lang="en-US"/>
              <a:t>Click to edit Master title style</a:t>
            </a:r>
            <a:endParaRPr lang="en-IN"/>
          </a:p>
        </p:txBody>
      </p:sp>
      <p:sp>
        <p:nvSpPr>
          <p:cNvPr id="1048592" name="Content Placeholder 2"/>
          <p:cNvSpPr>
            <a:spLocks noGrp="1"/>
          </p:cNvSpPr>
          <p:nvPr>
            <p:ph idx="1"/>
          </p:nvPr>
        </p:nvSpPr>
        <p:spPr>
          <a:xfrm>
            <a:off x="0" y="764704"/>
            <a:ext cx="9144000" cy="540060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593" name="Slide Number Placeholder 5"/>
          <p:cNvSpPr>
            <a:spLocks noGrp="1"/>
          </p:cNvSpPr>
          <p:nvPr>
            <p:ph type="sldNum" sz="quarter" idx="12"/>
          </p:nvPr>
        </p:nvSpPr>
        <p:spPr>
          <a:xfrm>
            <a:off x="0" y="6492064"/>
            <a:ext cx="395064" cy="365125"/>
          </a:xfrm>
        </p:spPr>
        <p:txBody>
          <a:bodyPr/>
          <a:lstStyle>
            <a:lvl1pPr algn="ctr"/>
          </a:lstStyle>
          <a:p>
            <a:fld id="{08FC1071-F2DF-4CA9-AA63-FF97A16BD73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73"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1048674"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75"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1048676"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77"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78" name="Title 1"/>
          <p:cNvSpPr>
            <a:spLocks noGrp="1"/>
          </p:cNvSpPr>
          <p:nvPr>
            <p:ph type="title"/>
          </p:nvPr>
        </p:nvSpPr>
        <p:spPr/>
        <p:txBody>
          <a:bodyPr/>
          <a:lstStyle/>
          <a:p>
            <a:r>
              <a:rPr lang="en-US"/>
              <a:t>Click to edit Master title style</a:t>
            </a:r>
            <a:endParaRPr lang="en-IN"/>
          </a:p>
        </p:txBody>
      </p:sp>
      <p:sp>
        <p:nvSpPr>
          <p:cNvPr id="1048679"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0"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1"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1048682"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83"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84" name="Title 1"/>
          <p:cNvSpPr>
            <a:spLocks noGrp="1"/>
          </p:cNvSpPr>
          <p:nvPr>
            <p:ph type="title"/>
          </p:nvPr>
        </p:nvSpPr>
        <p:spPr/>
        <p:txBody>
          <a:bodyPr/>
          <a:lstStyle/>
          <a:p>
            <a:r>
              <a:rPr lang="en-US"/>
              <a:t>Click to edit Master title style</a:t>
            </a:r>
            <a:endParaRPr lang="en-IN"/>
          </a:p>
        </p:txBody>
      </p:sp>
      <p:sp>
        <p:nvSpPr>
          <p:cNvPr id="1048685"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6"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7"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88"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89" name="Date Placeholder 6"/>
          <p:cNvSpPr>
            <a:spLocks noGrp="1"/>
          </p:cNvSpPr>
          <p:nvPr>
            <p:ph type="dt" sz="half" idx="10"/>
          </p:nvPr>
        </p:nvSpPr>
        <p:spPr>
          <a:xfrm>
            <a:off x="457200" y="6356350"/>
            <a:ext cx="2133600" cy="365125"/>
          </a:xfrm>
          <a:prstGeom prst="rect">
            <a:avLst/>
          </a:prstGeom>
        </p:spPr>
        <p:txBody>
          <a:bodyPr/>
          <a:lstStyle/>
          <a:p>
            <a:endParaRPr lang="en-IN"/>
          </a:p>
        </p:txBody>
      </p:sp>
      <p:sp>
        <p:nvSpPr>
          <p:cNvPr id="1048690"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91" name="Slide Number Placeholder 8"/>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3" name="Title 1"/>
          <p:cNvSpPr>
            <a:spLocks noGrp="1"/>
          </p:cNvSpPr>
          <p:nvPr>
            <p:ph type="title"/>
          </p:nvPr>
        </p:nvSpPr>
        <p:spPr/>
        <p:txBody>
          <a:bodyPr/>
          <a:lstStyle/>
          <a:p>
            <a:r>
              <a:rPr lang="en-US"/>
              <a:t>Click to edit Master title style</a:t>
            </a:r>
            <a:endParaRPr lang="en-IN"/>
          </a:p>
        </p:txBody>
      </p:sp>
      <p:sp>
        <p:nvSpPr>
          <p:cNvPr id="1048654" name="Date Placeholder 2"/>
          <p:cNvSpPr>
            <a:spLocks noGrp="1"/>
          </p:cNvSpPr>
          <p:nvPr>
            <p:ph type="dt" sz="half" idx="10"/>
          </p:nvPr>
        </p:nvSpPr>
        <p:spPr>
          <a:xfrm>
            <a:off x="457200" y="6356350"/>
            <a:ext cx="2133600" cy="365125"/>
          </a:xfrm>
          <a:prstGeom prst="rect">
            <a:avLst/>
          </a:prstGeom>
        </p:spPr>
        <p:txBody>
          <a:bodyPr/>
          <a:lstStyle/>
          <a:p>
            <a:endParaRPr lang="en-IN"/>
          </a:p>
        </p:txBody>
      </p:sp>
      <p:sp>
        <p:nvSpPr>
          <p:cNvPr id="1048655"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56" name="Slide Number Placeholder 4"/>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36" name="Date Placeholder 1"/>
          <p:cNvSpPr>
            <a:spLocks noGrp="1"/>
          </p:cNvSpPr>
          <p:nvPr>
            <p:ph type="dt" sz="half" idx="10"/>
          </p:nvPr>
        </p:nvSpPr>
        <p:spPr>
          <a:xfrm>
            <a:off x="457200" y="6356350"/>
            <a:ext cx="2133600" cy="365125"/>
          </a:xfrm>
          <a:prstGeom prst="rect">
            <a:avLst/>
          </a:prstGeom>
        </p:spPr>
        <p:txBody>
          <a:bodyPr/>
          <a:lstStyle/>
          <a:p>
            <a:endParaRPr lang="en-IN"/>
          </a:p>
        </p:txBody>
      </p:sp>
      <p:sp>
        <p:nvSpPr>
          <p:cNvPr id="1048637"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38" name="Slide Number Placeholder 3"/>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9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104869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9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104869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9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6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104866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104866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65" name="Date Placeholder 4"/>
          <p:cNvSpPr>
            <a:spLocks noGrp="1"/>
          </p:cNvSpPr>
          <p:nvPr>
            <p:ph type="dt" sz="half" idx="10"/>
          </p:nvPr>
        </p:nvSpPr>
        <p:spPr>
          <a:xfrm>
            <a:off x="457200" y="6356350"/>
            <a:ext cx="2133600" cy="365125"/>
          </a:xfrm>
          <a:prstGeom prst="rect">
            <a:avLst/>
          </a:prstGeom>
        </p:spPr>
        <p:txBody>
          <a:bodyPr/>
          <a:lstStyle/>
          <a:p>
            <a:endParaRPr lang="en-IN"/>
          </a:p>
        </p:txBody>
      </p:sp>
      <p:sp>
        <p:nvSpPr>
          <p:cNvPr id="104866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67" name="Slide Number Placeholder 6"/>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68" name="Title 1"/>
          <p:cNvSpPr>
            <a:spLocks noGrp="1"/>
          </p:cNvSpPr>
          <p:nvPr>
            <p:ph type="title"/>
          </p:nvPr>
        </p:nvSpPr>
        <p:spPr/>
        <p:txBody>
          <a:bodyPr/>
          <a:lstStyle/>
          <a:p>
            <a:r>
              <a:rPr lang="en-US"/>
              <a:t>Click to edit Master title style</a:t>
            </a:r>
            <a:endParaRPr lang="en-IN"/>
          </a:p>
        </p:txBody>
      </p:sp>
      <p:sp>
        <p:nvSpPr>
          <p:cNvPr id="1048669"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0"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1048671"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72"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57"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1048658"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59" name="Date Placeholder 3"/>
          <p:cNvSpPr>
            <a:spLocks noGrp="1"/>
          </p:cNvSpPr>
          <p:nvPr>
            <p:ph type="dt" sz="half" idx="10"/>
          </p:nvPr>
        </p:nvSpPr>
        <p:spPr>
          <a:xfrm>
            <a:off x="457200" y="6356350"/>
            <a:ext cx="2133600" cy="365125"/>
          </a:xfrm>
          <a:prstGeom prst="rect">
            <a:avLst/>
          </a:prstGeom>
        </p:spPr>
        <p:txBody>
          <a:bodyPr/>
          <a:lstStyle/>
          <a:p>
            <a:endParaRPr lang="en-IN"/>
          </a:p>
        </p:txBody>
      </p:sp>
      <p:sp>
        <p:nvSpPr>
          <p:cNvPr id="1048660"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1048661" name="Slide Number Placeholder 5"/>
          <p:cNvSpPr>
            <a:spLocks noGrp="1"/>
          </p:cNvSpPr>
          <p:nvPr>
            <p:ph type="sldNum" sz="quarter" idx="12"/>
          </p:nvPr>
        </p:nvSpPr>
        <p:spPr/>
        <p:txBody>
          <a:bodyPr/>
          <a:lstStyle/>
          <a:p>
            <a:fld id="{08FC1071-F2DF-4CA9-AA63-FF97A16BD73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19676" y="8721"/>
            <a:ext cx="9163676" cy="490066"/>
          </a:xfrm>
          <a:prstGeom prst="rect">
            <a:avLst/>
          </a:prstGeom>
        </p:spPr>
        <p:txBody>
          <a:bodyPr vert="horz" lIns="91440" tIns="45720" rIns="91440" bIns="45720" rtlCol="0" anchor="ctr">
            <a:normAutofit/>
          </a:bodyPr>
          <a:lstStyle/>
          <a:p>
            <a:pPr lvl="0" algn="l"/>
            <a:r>
              <a:rPr lang="en-US"/>
              <a:t>Click to edit Master title style</a:t>
            </a:r>
            <a:endParaRPr lang="en-IN"/>
          </a:p>
        </p:txBody>
      </p:sp>
      <p:sp>
        <p:nvSpPr>
          <p:cNvPr id="1048577" name="Text Placeholder 2"/>
          <p:cNvSpPr>
            <a:spLocks noGrp="1"/>
          </p:cNvSpPr>
          <p:nvPr>
            <p:ph type="body" idx="1"/>
          </p:nvPr>
        </p:nvSpPr>
        <p:spPr>
          <a:xfrm>
            <a:off x="0" y="620688"/>
            <a:ext cx="9144000" cy="568863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48578" name="Slide Number Placeholder 5"/>
          <p:cNvSpPr>
            <a:spLocks noGrp="1"/>
          </p:cNvSpPr>
          <p:nvPr>
            <p:ph type="sldNum" sz="quarter" idx="4"/>
          </p:nvPr>
        </p:nvSpPr>
        <p:spPr>
          <a:xfrm>
            <a:off x="0" y="6492875"/>
            <a:ext cx="467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8FC1071-F2DF-4CA9-AA63-FF97A16BD73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lang="en-IN" sz="2800" b="1" kern="120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4" name="Title 1"/>
          <p:cNvSpPr>
            <a:spLocks noGrp="1"/>
          </p:cNvSpPr>
          <p:nvPr>
            <p:ph type="ctrTitle"/>
          </p:nvPr>
        </p:nvSpPr>
        <p:spPr>
          <a:xfrm>
            <a:off x="0" y="287449"/>
            <a:ext cx="9144000" cy="1080120"/>
          </a:xfrm>
        </p:spPr>
        <p:txBody>
          <a:bodyPr>
            <a:normAutofit/>
          </a:bodyPr>
          <a:lstStyle/>
          <a:p>
            <a:pPr fontAlgn="base">
              <a:spcAft>
                <a:spcPct val="0"/>
              </a:spcAft>
            </a:pPr>
            <a:r>
              <a:rPr lang="en-US" sz="4000" dirty="0">
                <a:latin typeface="Times New Roman" panose="02020603050405020304" pitchFamily="18" charset="0"/>
                <a:ea typeface="Droid Sans Fallback"/>
                <a:cs typeface="Times New Roman" panose="02020603050405020304" pitchFamily="18" charset="0"/>
              </a:rPr>
              <a:t>TMU</a:t>
            </a:r>
            <a:br>
              <a:rPr lang="en-US" sz="2400" dirty="0">
                <a:ea typeface="Droid Sans Fallback"/>
                <a:cs typeface="Times New Roman" pitchFamily="18" charset="0"/>
              </a:rPr>
            </a:br>
            <a:r>
              <a:rPr lang="en-US" sz="2000" dirty="0">
                <a:solidFill>
                  <a:srgbClr val="0033CC"/>
                </a:solidFill>
                <a:latin typeface="Calibri" pitchFamily="34" charset="0"/>
                <a:ea typeface="Droid Sans Fallback"/>
                <a:cs typeface="Times New Roman" pitchFamily="18" charset="0"/>
              </a:rPr>
              <a:t>Date: 20/02/2023</a:t>
            </a:r>
            <a:endParaRPr lang="en-IN" sz="2000" dirty="0"/>
          </a:p>
        </p:txBody>
      </p:sp>
      <p:sp>
        <p:nvSpPr>
          <p:cNvPr id="1048585" name="Slide Number Placeholder 3"/>
          <p:cNvSpPr>
            <a:spLocks noGrp="1"/>
          </p:cNvSpPr>
          <p:nvPr>
            <p:ph type="sldNum" sz="quarter" idx="12"/>
          </p:nvPr>
        </p:nvSpPr>
        <p:spPr/>
        <p:txBody>
          <a:bodyPr/>
          <a:lstStyle/>
          <a:p>
            <a:fld id="{08FC1071-F2DF-4CA9-AA63-FF97A16BD739}" type="slidenum">
              <a:rPr lang="en-IN" smtClean="0"/>
              <a:t>1</a:t>
            </a:fld>
            <a:endParaRPr lang="en-IN" dirty="0"/>
          </a:p>
        </p:txBody>
      </p:sp>
      <p:sp>
        <p:nvSpPr>
          <p:cNvPr id="1048586" name="Rectangle 4"/>
          <p:cNvSpPr/>
          <p:nvPr/>
        </p:nvSpPr>
        <p:spPr>
          <a:xfrm>
            <a:off x="2323783" y="1585264"/>
            <a:ext cx="4968552" cy="14401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048587" name="Rectangle 2"/>
          <p:cNvSpPr/>
          <p:nvPr/>
        </p:nvSpPr>
        <p:spPr>
          <a:xfrm>
            <a:off x="861224" y="6122424"/>
            <a:ext cx="7848872" cy="646331"/>
          </a:xfrm>
          <a:prstGeom prst="rect">
            <a:avLst/>
          </a:prstGeom>
        </p:spPr>
        <p:txBody>
          <a:bodyPr wrap="square">
            <a:spAutoFit/>
          </a:bodyPr>
          <a:lstStyle/>
          <a:p>
            <a:pPr lvl="0" algn="ctr" eaLnBrk="0" fontAlgn="base" hangingPunct="0">
              <a:spcBef>
                <a:spcPct val="0"/>
              </a:spcBef>
              <a:spcAft>
                <a:spcPct val="0"/>
              </a:spcAft>
            </a:pPr>
            <a:r>
              <a:rPr lang="en-US" b="1" dirty="0">
                <a:latin typeface="Calibri" pitchFamily="34" charset="0"/>
                <a:ea typeface="Droid Sans Fallback"/>
                <a:cs typeface="Calibri" pitchFamily="34" charset="0"/>
              </a:rPr>
              <a:t>FACULTY OF ENGINEERING &amp; COMPUTING SCIENCES</a:t>
            </a:r>
            <a:endParaRPr lang="en-US" sz="700" dirty="0">
              <a:latin typeface="Arial" pitchFamily="34" charset="0"/>
              <a:cs typeface="Arial" pitchFamily="34" charset="0"/>
            </a:endParaRPr>
          </a:p>
          <a:p>
            <a:pPr lvl="0" algn="ctr" eaLnBrk="0" fontAlgn="base" hangingPunct="0">
              <a:spcBef>
                <a:spcPct val="0"/>
              </a:spcBef>
              <a:spcAft>
                <a:spcPct val="0"/>
              </a:spcAft>
            </a:pPr>
            <a:r>
              <a:rPr lang="en-US" b="1" dirty="0">
                <a:latin typeface="Calibri" pitchFamily="34" charset="0"/>
                <a:ea typeface="Droid Sans Fallback"/>
                <a:cs typeface="Calibri" pitchFamily="34" charset="0"/>
              </a:rPr>
              <a:t>TEERTHANKER MAHAVEER UNIVERSITY, MORADABAD</a:t>
            </a:r>
            <a:endParaRPr lang="en-US" b="1" dirty="0">
              <a:latin typeface="Arial" pitchFamily="34" charset="0"/>
              <a:ea typeface="Droid Sans Fallback"/>
              <a:cs typeface="Calibri" pitchFamily="34" charset="0"/>
            </a:endParaRPr>
          </a:p>
        </p:txBody>
      </p:sp>
      <p:pic>
        <p:nvPicPr>
          <p:cNvPr id="2097152" name="Picture 12"/>
          <p:cNvPicPr>
            <a:picLocks noChangeAspect="1" noChangeArrowheads="1"/>
          </p:cNvPicPr>
          <p:nvPr/>
        </p:nvPicPr>
        <p:blipFill>
          <a:blip r:embed="rId2" cstate="print"/>
          <a:srcRect/>
          <a:stretch>
            <a:fillRect/>
          </a:stretch>
        </p:blipFill>
        <p:spPr bwMode="auto">
          <a:xfrm>
            <a:off x="4081301" y="4854798"/>
            <a:ext cx="1204101" cy="1085779"/>
          </a:xfrm>
          <a:prstGeom prst="rect">
            <a:avLst/>
          </a:prstGeom>
          <a:noFill/>
        </p:spPr>
      </p:pic>
      <p:sp>
        <p:nvSpPr>
          <p:cNvPr id="1048588" name="Rectangle 7"/>
          <p:cNvSpPr/>
          <p:nvPr/>
        </p:nvSpPr>
        <p:spPr>
          <a:xfrm>
            <a:off x="611559" y="1863247"/>
            <a:ext cx="8041741" cy="707886"/>
          </a:xfrm>
          <a:prstGeom prst="rect">
            <a:avLst/>
          </a:prstGeom>
        </p:spPr>
        <p:txBody>
          <a:bodyPr wrap="square">
            <a:spAutoFit/>
          </a:bodyPr>
          <a:lstStyle/>
          <a:p>
            <a:pPr lvl="0" algn="ctr" eaLnBrk="0" fontAlgn="base" hangingPunct="0">
              <a:spcBef>
                <a:spcPct val="0"/>
              </a:spcBef>
              <a:spcAft>
                <a:spcPct val="0"/>
              </a:spcAft>
            </a:pPr>
            <a:r>
              <a:rPr lang="en-US" sz="2000" b="1" dirty="0">
                <a:latin typeface="Calibri" pitchFamily="34" charset="0"/>
                <a:ea typeface="Droid Sans Fallback"/>
                <a:cs typeface="Times New Roman" pitchFamily="18" charset="0"/>
              </a:rPr>
              <a:t>Project Work Phase- 2 (ECS899)</a:t>
            </a:r>
            <a:endParaRPr lang="en-US" sz="2000" b="1" dirty="0">
              <a:latin typeface="Arial" pitchFamily="34" charset="0"/>
              <a:cs typeface="Arial" pitchFamily="34" charset="0"/>
            </a:endParaRPr>
          </a:p>
          <a:p>
            <a:pPr lvl="0" algn="ctr" eaLnBrk="0" fontAlgn="base" hangingPunct="0">
              <a:spcBef>
                <a:spcPct val="0"/>
              </a:spcBef>
              <a:spcAft>
                <a:spcPct val="0"/>
              </a:spcAft>
            </a:pPr>
            <a:r>
              <a:rPr lang="en-US" sz="2000" b="1" dirty="0">
                <a:latin typeface="Calibri" pitchFamily="34" charset="0"/>
                <a:ea typeface="Droid Sans Fallback"/>
                <a:cs typeface="Times New Roman" pitchFamily="18" charset="0"/>
              </a:rPr>
              <a:t>Degree : </a:t>
            </a:r>
            <a:r>
              <a:rPr lang="en-US" sz="2000" b="1" dirty="0" err="1">
                <a:latin typeface="Calibri" pitchFamily="34" charset="0"/>
                <a:ea typeface="Droid Sans Fallback"/>
                <a:cs typeface="Times New Roman" pitchFamily="18" charset="0"/>
              </a:rPr>
              <a:t>B.Tech</a:t>
            </a:r>
            <a:r>
              <a:rPr lang="en-US" sz="2000" b="1" dirty="0">
                <a:latin typeface="Calibri" pitchFamily="34" charset="0"/>
                <a:ea typeface="Droid Sans Fallback"/>
                <a:cs typeface="Times New Roman" pitchFamily="18" charset="0"/>
              </a:rPr>
              <a:t> (CSE)</a:t>
            </a:r>
            <a:endParaRPr lang="en-US" sz="2000" b="1" dirty="0">
              <a:latin typeface="Arial" pitchFamily="34" charset="0"/>
              <a:cs typeface="Arial" pitchFamily="34" charset="0"/>
            </a:endParaRPr>
          </a:p>
        </p:txBody>
      </p:sp>
      <p:sp>
        <p:nvSpPr>
          <p:cNvPr id="1048589" name="Rectangle 5"/>
          <p:cNvSpPr/>
          <p:nvPr/>
        </p:nvSpPr>
        <p:spPr>
          <a:xfrm>
            <a:off x="4081301" y="3181144"/>
            <a:ext cx="4572000" cy="1200329"/>
          </a:xfrm>
          <a:prstGeom prst="rect">
            <a:avLst/>
          </a:prstGeom>
        </p:spPr>
        <p:txBody>
          <a:bodyPr>
            <a:spAutoFit/>
          </a:bodyPr>
          <a:lstStyle/>
          <a:p>
            <a:pPr lvl="0" algn="ctr" eaLnBrk="0" fontAlgn="base" hangingPunct="0">
              <a:spcBef>
                <a:spcPct val="0"/>
              </a:spcBef>
              <a:spcAft>
                <a:spcPct val="0"/>
              </a:spcAft>
            </a:pPr>
            <a:r>
              <a:rPr lang="en-US" b="1" dirty="0">
                <a:solidFill>
                  <a:srgbClr val="0033CC"/>
                </a:solidFill>
                <a:latin typeface="Calibri" pitchFamily="34" charset="0"/>
                <a:ea typeface="Droid Sans Fallback"/>
                <a:cs typeface="Times New Roman" pitchFamily="18" charset="0"/>
              </a:rPr>
              <a:t>Submitted By:</a:t>
            </a:r>
          </a:p>
          <a:p>
            <a:pPr lvl="0" algn="ctr" eaLnBrk="0" fontAlgn="base" hangingPunct="0">
              <a:spcBef>
                <a:spcPct val="0"/>
              </a:spcBef>
              <a:spcAft>
                <a:spcPct val="0"/>
              </a:spcAft>
            </a:pPr>
            <a:r>
              <a:rPr lang="en-US" b="1" dirty="0">
                <a:solidFill>
                  <a:srgbClr val="0033CC"/>
                </a:solidFill>
                <a:latin typeface="Calibri" pitchFamily="34" charset="0"/>
                <a:ea typeface="Droid Sans Fallback"/>
                <a:cs typeface="Times New Roman" pitchFamily="18" charset="0"/>
              </a:rPr>
              <a:t>Subham Jain</a:t>
            </a:r>
          </a:p>
          <a:p>
            <a:pPr lvl="0" algn="ctr" eaLnBrk="0" fontAlgn="base" hangingPunct="0">
              <a:spcBef>
                <a:spcPct val="0"/>
              </a:spcBef>
              <a:spcAft>
                <a:spcPct val="0"/>
              </a:spcAft>
            </a:pPr>
            <a:r>
              <a:rPr lang="en-US" b="1" dirty="0">
                <a:solidFill>
                  <a:srgbClr val="0033CC"/>
                </a:solidFill>
                <a:latin typeface="Calibri" pitchFamily="34" charset="0"/>
                <a:ea typeface="Droid Sans Fallback"/>
                <a:cs typeface="Times New Roman" pitchFamily="18" charset="0"/>
              </a:rPr>
              <a:t>(TCA1959008) </a:t>
            </a:r>
            <a:endParaRPr lang="en-US" b="1" dirty="0">
              <a:solidFill>
                <a:srgbClr val="0033CC"/>
              </a:solidFill>
              <a:latin typeface="Arial" pitchFamily="34" charset="0"/>
              <a:cs typeface="Arial" pitchFamily="34" charset="0"/>
            </a:endParaRPr>
          </a:p>
          <a:p>
            <a:pPr lvl="0" algn="ctr" eaLnBrk="0" fontAlgn="base" hangingPunct="0">
              <a:spcBef>
                <a:spcPct val="0"/>
              </a:spcBef>
              <a:spcAft>
                <a:spcPct val="0"/>
              </a:spcAft>
            </a:pPr>
            <a:endParaRPr lang="en-US" dirty="0">
              <a:solidFill>
                <a:srgbClr val="0033CC"/>
              </a:solidFill>
              <a:latin typeface="Arial" pitchFamily="34" charset="0"/>
              <a:cs typeface="Arial" pitchFamily="34" charset="0"/>
            </a:endParaRPr>
          </a:p>
        </p:txBody>
      </p:sp>
      <p:sp>
        <p:nvSpPr>
          <p:cNvPr id="1048590" name="Rectangle 8"/>
          <p:cNvSpPr/>
          <p:nvPr/>
        </p:nvSpPr>
        <p:spPr>
          <a:xfrm>
            <a:off x="183733" y="3198719"/>
            <a:ext cx="3740195" cy="646331"/>
          </a:xfrm>
          <a:prstGeom prst="rect">
            <a:avLst/>
          </a:prstGeom>
        </p:spPr>
        <p:txBody>
          <a:bodyPr wrap="square">
            <a:spAutoFit/>
          </a:bodyPr>
          <a:lstStyle/>
          <a:p>
            <a:pPr lvl="0" algn="ctr" eaLnBrk="0" fontAlgn="base" hangingPunct="0">
              <a:spcBef>
                <a:spcPct val="0"/>
              </a:spcBef>
              <a:spcAft>
                <a:spcPct val="0"/>
              </a:spcAft>
            </a:pPr>
            <a:r>
              <a:rPr lang="en-US" b="1" dirty="0">
                <a:solidFill>
                  <a:srgbClr val="0033CC"/>
                </a:solidFill>
                <a:latin typeface="Calibri" pitchFamily="34" charset="0"/>
                <a:ea typeface="Droid Sans Fallback"/>
                <a:cs typeface="Times New Roman" pitchFamily="18" charset="0"/>
              </a:rPr>
              <a:t>Project Guide</a:t>
            </a:r>
          </a:p>
          <a:p>
            <a:pPr lvl="0" algn="ctr" eaLnBrk="0" fontAlgn="base" hangingPunct="0">
              <a:spcBef>
                <a:spcPct val="0"/>
              </a:spcBef>
              <a:spcAft>
                <a:spcPct val="0"/>
              </a:spcAft>
            </a:pPr>
            <a:r>
              <a:rPr lang="en-US" b="1" dirty="0">
                <a:solidFill>
                  <a:srgbClr val="0033CC"/>
                </a:solidFill>
                <a:latin typeface="Calibri" pitchFamily="34" charset="0"/>
                <a:ea typeface="Droid Sans Fallback"/>
                <a:cs typeface="Times New Roman" pitchFamily="18" charset="0"/>
              </a:rPr>
              <a:t>Mr. Saurabh Pathak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2"/>
          <p:cNvSpPr>
            <a:spLocks noGrp="1"/>
          </p:cNvSpPr>
          <p:nvPr>
            <p:ph type="title"/>
          </p:nvPr>
        </p:nvSpPr>
        <p:spPr/>
        <p:txBody>
          <a:bodyPr/>
          <a:lstStyle/>
          <a:p>
            <a:endParaRPr lang="en-IN"/>
          </a:p>
        </p:txBody>
      </p:sp>
      <p:sp>
        <p:nvSpPr>
          <p:cNvPr id="1048595" name="Slide Number Placeholder 1"/>
          <p:cNvSpPr>
            <a:spLocks noGrp="1"/>
          </p:cNvSpPr>
          <p:nvPr>
            <p:ph type="sldNum" sz="quarter" idx="12"/>
          </p:nvPr>
        </p:nvSpPr>
        <p:spPr/>
        <p:txBody>
          <a:bodyPr/>
          <a:lstStyle/>
          <a:p>
            <a:fld id="{08FC1071-F2DF-4CA9-AA63-FF97A16BD739}" type="slidenum">
              <a:rPr lang="en-IN" smtClean="0">
                <a:solidFill>
                  <a:schemeClr val="bg1"/>
                </a:solidFill>
              </a:rPr>
              <a:t>2</a:t>
            </a:fld>
            <a:endParaRPr lang="en-IN" dirty="0">
              <a:solidFill>
                <a:schemeClr val="bg1"/>
              </a:solidFill>
            </a:endParaRPr>
          </a:p>
        </p:txBody>
      </p:sp>
      <p:sp>
        <p:nvSpPr>
          <p:cNvPr id="1048596" name="Rectangle 4"/>
          <p:cNvSpPr>
            <a:spLocks noChangeArrowheads="1"/>
          </p:cNvSpPr>
          <p:nvPr/>
        </p:nvSpPr>
        <p:spPr bwMode="auto">
          <a:xfrm>
            <a:off x="0" y="0"/>
            <a:ext cx="9144000" cy="914400"/>
          </a:xfrm>
          <a:prstGeom prst="rect">
            <a:avLst/>
          </a:prstGeom>
          <a:solidFill>
            <a:srgbClr val="711613"/>
          </a:solidFill>
          <a:ln>
            <a:noFill/>
          </a:ln>
          <a:effectLst/>
        </p:spPr>
        <p:txBody>
          <a:bodyPr wrap="none" anchor="ctr"/>
          <a:lstStyle/>
          <a:p>
            <a:endParaRPr lang="en-IN"/>
          </a:p>
        </p:txBody>
      </p:sp>
      <p:sp>
        <p:nvSpPr>
          <p:cNvPr id="1048597" name="Text Box 5"/>
          <p:cNvSpPr txBox="1">
            <a:spLocks noChangeArrowheads="1"/>
          </p:cNvSpPr>
          <p:nvPr/>
        </p:nvSpPr>
        <p:spPr bwMode="auto">
          <a:xfrm>
            <a:off x="1979712" y="69430"/>
            <a:ext cx="7884368" cy="707886"/>
          </a:xfrm>
          <a:prstGeom prst="rect">
            <a:avLst/>
          </a:prstGeom>
          <a:noFill/>
          <a:ln>
            <a:noFill/>
          </a:ln>
          <a:effec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US" sz="4000" dirty="0">
                <a:latin typeface="Times New Roman" panose="02020603050405020304" pitchFamily="18" charset="0"/>
                <a:cs typeface="Times New Roman" panose="02020603050405020304" pitchFamily="18" charset="0"/>
              </a:rPr>
              <a:t>Introduction</a:t>
            </a:r>
            <a:r>
              <a:rPr lang="en-US" sz="4000" dirty="0"/>
              <a:t> </a:t>
            </a:r>
          </a:p>
        </p:txBody>
      </p:sp>
      <p:sp>
        <p:nvSpPr>
          <p:cNvPr id="1048598" name="Rectangle 8"/>
          <p:cNvSpPr>
            <a:spLocks noChangeArrowheads="1"/>
          </p:cNvSpPr>
          <p:nvPr/>
        </p:nvSpPr>
        <p:spPr bwMode="auto">
          <a:xfrm>
            <a:off x="0" y="6165304"/>
            <a:ext cx="9144000" cy="692696"/>
          </a:xfrm>
          <a:prstGeom prst="rect">
            <a:avLst/>
          </a:prstGeom>
          <a:solidFill>
            <a:srgbClr val="711613"/>
          </a:solidFill>
          <a:ln>
            <a:noFill/>
          </a:ln>
          <a:effectLst/>
        </p:spPr>
        <p:txBody>
          <a:bodyPr wrap="none" anchor="ctr"/>
          <a:lstStyle/>
          <a:p>
            <a:endParaRPr lang="en-IN" dirty="0"/>
          </a:p>
        </p:txBody>
      </p:sp>
      <p:pic>
        <p:nvPicPr>
          <p:cNvPr id="2097153" name="Picture 18" descr="Teerthanker Mahaveer University"/>
          <p:cNvPicPr>
            <a:picLocks noChangeAspect="1" noChangeArrowheads="1"/>
          </p:cNvPicPr>
          <p:nvPr/>
        </p:nvPicPr>
        <p:blipFill>
          <a:blip r:embed="rId3"/>
          <a:srcRect/>
          <a:stretch>
            <a:fillRect/>
          </a:stretch>
        </p:blipFill>
        <p:spPr bwMode="auto">
          <a:xfrm>
            <a:off x="6172712" y="33879"/>
            <a:ext cx="2952750" cy="685800"/>
          </a:xfrm>
          <a:prstGeom prst="rect">
            <a:avLst/>
          </a:prstGeom>
          <a:noFill/>
        </p:spPr>
      </p:pic>
      <p:sp>
        <p:nvSpPr>
          <p:cNvPr id="1048599" name="Slide Number Placeholder 3"/>
          <p:cNvSpPr txBox="1"/>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t>2</a:t>
            </a:fld>
            <a:endParaRPr lang="en-IN" dirty="0">
              <a:solidFill>
                <a:schemeClr val="bg1"/>
              </a:solidFill>
            </a:endParaRPr>
          </a:p>
        </p:txBody>
      </p:sp>
      <p:sp>
        <p:nvSpPr>
          <p:cNvPr id="1048600" name="TextBox 10"/>
          <p:cNvSpPr txBox="1"/>
          <p:nvPr/>
        </p:nvSpPr>
        <p:spPr>
          <a:xfrm>
            <a:off x="755576" y="937260"/>
            <a:ext cx="7848871" cy="468589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rtl="0">
              <a:spcBef>
                <a:spcPts val="0"/>
              </a:spcBef>
              <a:spcAft>
                <a:spcPts val="0"/>
              </a:spcAft>
            </a:pPr>
            <a:r>
              <a:rPr lang="en-US" sz="2400" dirty="0">
                <a:solidFill>
                  <a:srgbClr val="000000"/>
                </a:solidFill>
                <a:effectLst/>
                <a:ea typeface="Droid Sans Fallback"/>
              </a:rPr>
              <a:t>There are several different types of traffic signs like speed limits, no entry, traffic signals, turn left or right, children crossing, no passing of heavy vehicles, etc.</a:t>
            </a:r>
            <a:r>
              <a:rPr lang="en-US" sz="2400" dirty="0">
                <a:effectLst/>
                <a:ea typeface="Droid Sans Fallback"/>
              </a:rPr>
              <a:t> Traffic sign recognition system (TSRS) is a critical component of intelligent transportation systems (ITS), which aim to improve road safety and traffic efficiency. TSRS relies on the detection and classification of traffic signs to provide information to drivers and automated vehicles. </a:t>
            </a:r>
          </a:p>
          <a:p>
            <a:pPr algn="just" rtl="0">
              <a:spcBef>
                <a:spcPts val="0"/>
              </a:spcBef>
              <a:spcAft>
                <a:spcPts val="0"/>
              </a:spcAft>
            </a:pPr>
            <a:r>
              <a:rPr lang="en-US" sz="2400" dirty="0">
                <a:effectLst/>
                <a:latin typeface="Calibri" panose="020F0502020204030204" pitchFamily="34" charset="0"/>
                <a:ea typeface="Droid Sans Fallback"/>
              </a:rPr>
              <a:t>The model is trained on a large dataset of annotated images using a region-based CNN (R-CNN) </a:t>
            </a:r>
            <a:r>
              <a:rPr lang="en-US" sz="2400" dirty="0" err="1">
                <a:effectLst/>
                <a:latin typeface="Calibri" panose="020F0502020204030204" pitchFamily="34" charset="0"/>
                <a:ea typeface="Droid Sans Fallback"/>
              </a:rPr>
              <a:t>framework.In</a:t>
            </a:r>
            <a:r>
              <a:rPr lang="en-US" sz="2400" dirty="0">
                <a:effectLst/>
                <a:latin typeface="Calibri" panose="020F0502020204030204" pitchFamily="34" charset="0"/>
                <a:ea typeface="Droid Sans Fallback"/>
              </a:rPr>
              <a:t> the classification stage, the detected signs are classified into predefined classes using a CNN classifier</a:t>
            </a:r>
            <a:endParaRPr lang="en-US" sz="2400" b="0" dirty="0">
              <a:effectLst/>
              <a:cs typeface="Times New Roman" panose="02020603050405020304" pitchFamily="18" charset="0"/>
            </a:endParaRPr>
          </a:p>
          <a:p>
            <a:endParaRPr lang="en-IN" sz="105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2"/>
          <p:cNvSpPr>
            <a:spLocks noGrp="1"/>
          </p:cNvSpPr>
          <p:nvPr>
            <p:ph type="title"/>
          </p:nvPr>
        </p:nvSpPr>
        <p:spPr/>
        <p:txBody>
          <a:bodyPr/>
          <a:lstStyle/>
          <a:p>
            <a:endParaRPr lang="en-IN"/>
          </a:p>
        </p:txBody>
      </p:sp>
      <p:sp>
        <p:nvSpPr>
          <p:cNvPr id="1048605" name="Content Placeholder 4"/>
          <p:cNvSpPr>
            <a:spLocks noGrp="1"/>
          </p:cNvSpPr>
          <p:nvPr>
            <p:ph idx="1"/>
          </p:nvPr>
        </p:nvSpPr>
        <p:spPr>
          <a:xfrm>
            <a:off x="467072" y="1340768"/>
            <a:ext cx="8117400" cy="4824536"/>
          </a:xfrm>
        </p:spPr>
        <p:txBody>
          <a:bodyPr>
            <a:noAutofit/>
          </a:bodyPr>
          <a:lstStyle/>
          <a:p>
            <a:pPr marL="0" indent="0" algn="just">
              <a:buNone/>
            </a:pPr>
            <a:r>
              <a:rPr lang="en-IN" i="1" dirty="0">
                <a:solidFill>
                  <a:srgbClr val="0000FF"/>
                </a:solidFill>
                <a:effectLst/>
                <a:latin typeface="Calibri" panose="020F0502020204030204" pitchFamily="34" charset="0"/>
                <a:ea typeface="Droid Sans Fallback"/>
                <a:cs typeface="Calibri" panose="020F0502020204030204" pitchFamily="34" charset="0"/>
              </a:rPr>
              <a:t> </a:t>
            </a:r>
            <a:r>
              <a:rPr lang="en-IN" dirty="0">
                <a:solidFill>
                  <a:srgbClr val="333333"/>
                </a:solidFill>
                <a:effectLst/>
                <a:latin typeface="Calibri" panose="020F0502020204030204" pitchFamily="34" charset="0"/>
                <a:ea typeface="Times New Roman" panose="02020603050405020304" pitchFamily="18" charset="0"/>
                <a:cs typeface="Calibri" panose="020F0502020204030204" pitchFamily="34" charset="0"/>
              </a:rPr>
              <a:t>In current traffic management systems, there is a high probability that the driver may miss some of the traffic signs on the road because of overcrowding due to neighbouring vehicles. With the continuous growth of vehicle numbers in urban agglomerations around the world, this problem is only expected to grow worse. The goal of a traffic sign recognition system is to accurately identify and classify traffic signs in real-time from images or video streams captured by a camera installed on a vehicle or on the road. This system is essential for improving road safety and reducing accidents caused by human error, as it can alert drivers about speed limits, no-entry zones, stop signs, and other critical information. </a:t>
            </a:r>
            <a:endParaRPr lang="en-IN" dirty="0">
              <a:effectLst/>
              <a:latin typeface="Times New Roman" panose="02020603050405020304" pitchFamily="18" charset="0"/>
              <a:ea typeface="Droid Sans Fallback"/>
              <a:cs typeface="Times New Roman" panose="02020603050405020304" pitchFamily="18" charset="0"/>
            </a:endParaRPr>
          </a:p>
        </p:txBody>
      </p:sp>
      <p:sp>
        <p:nvSpPr>
          <p:cNvPr id="1048606" name="Slide Number Placeholder 1"/>
          <p:cNvSpPr>
            <a:spLocks noGrp="1"/>
          </p:cNvSpPr>
          <p:nvPr>
            <p:ph type="sldNum" sz="quarter" idx="12"/>
          </p:nvPr>
        </p:nvSpPr>
        <p:spPr/>
        <p:txBody>
          <a:bodyPr/>
          <a:lstStyle/>
          <a:p>
            <a:fld id="{08FC1071-F2DF-4CA9-AA63-FF97A16BD739}" type="slidenum">
              <a:rPr lang="en-IN" smtClean="0">
                <a:solidFill>
                  <a:schemeClr val="bg1"/>
                </a:solidFill>
              </a:rPr>
              <a:t>3</a:t>
            </a:fld>
            <a:endParaRPr lang="en-IN" dirty="0">
              <a:solidFill>
                <a:schemeClr val="bg1"/>
              </a:solidFill>
            </a:endParaRPr>
          </a:p>
        </p:txBody>
      </p:sp>
      <p:sp>
        <p:nvSpPr>
          <p:cNvPr id="1048607" name="Rectangle 4"/>
          <p:cNvSpPr>
            <a:spLocks noChangeArrowheads="1"/>
          </p:cNvSpPr>
          <p:nvPr/>
        </p:nvSpPr>
        <p:spPr bwMode="auto">
          <a:xfrm>
            <a:off x="0" y="0"/>
            <a:ext cx="9144000" cy="914400"/>
          </a:xfrm>
          <a:prstGeom prst="rect">
            <a:avLst/>
          </a:prstGeom>
          <a:solidFill>
            <a:srgbClr val="711613"/>
          </a:solidFill>
          <a:ln>
            <a:noFill/>
          </a:ln>
          <a:effectLst/>
        </p:spPr>
        <p:txBody>
          <a:bodyPr wrap="none" anchor="ctr"/>
          <a:lstStyle/>
          <a:p>
            <a:endParaRPr lang="en-IN"/>
          </a:p>
        </p:txBody>
      </p:sp>
      <p:sp>
        <p:nvSpPr>
          <p:cNvPr id="1048608" name="Text Box 5"/>
          <p:cNvSpPr txBox="1">
            <a:spLocks noChangeArrowheads="1"/>
          </p:cNvSpPr>
          <p:nvPr/>
        </p:nvSpPr>
        <p:spPr bwMode="auto">
          <a:xfrm>
            <a:off x="1043608" y="45631"/>
            <a:ext cx="7540864" cy="707886"/>
          </a:xfrm>
          <a:prstGeom prst="rect">
            <a:avLst/>
          </a:prstGeom>
          <a:noFill/>
          <a:ln>
            <a:noFill/>
          </a:ln>
          <a:effectLst/>
        </p:spPr>
        <p:txBody>
          <a:bodyPr wrap="square">
            <a:spAutoFit/>
          </a:bodyPr>
          <a:lstStyle/>
          <a:p>
            <a:pPr>
              <a:spcBef>
                <a:spcPct val="50000"/>
              </a:spcBef>
            </a:pPr>
            <a:r>
              <a:rPr lang="en-US" sz="4000" dirty="0">
                <a:solidFill>
                  <a:schemeClr val="bg1"/>
                </a:solidFill>
                <a:latin typeface="Times New Roman" panose="02020603050405020304" pitchFamily="18" charset="0"/>
                <a:cs typeface="Times New Roman" panose="02020603050405020304" pitchFamily="18" charset="0"/>
              </a:rPr>
              <a:t>Problem Statement</a:t>
            </a:r>
            <a:endParaRPr lang="en-US" sz="4000" b="1" dirty="0">
              <a:solidFill>
                <a:schemeClr val="bg1"/>
              </a:solidFill>
              <a:latin typeface="Calibri" pitchFamily="34" charset="0"/>
              <a:ea typeface="ＭＳ Ｐゴシック" pitchFamily="-28" charset="-128"/>
            </a:endParaRPr>
          </a:p>
        </p:txBody>
      </p:sp>
      <p:sp>
        <p:nvSpPr>
          <p:cNvPr id="1048609" name="Rectangle 8"/>
          <p:cNvSpPr>
            <a:spLocks noChangeArrowheads="1"/>
          </p:cNvSpPr>
          <p:nvPr/>
        </p:nvSpPr>
        <p:spPr bwMode="auto">
          <a:xfrm>
            <a:off x="0" y="6165304"/>
            <a:ext cx="9144000" cy="692696"/>
          </a:xfrm>
          <a:prstGeom prst="rect">
            <a:avLst/>
          </a:prstGeom>
          <a:solidFill>
            <a:srgbClr val="711613"/>
          </a:solidFill>
          <a:ln>
            <a:noFill/>
          </a:ln>
          <a:effectLst/>
        </p:spPr>
        <p:txBody>
          <a:bodyPr wrap="none" anchor="ctr"/>
          <a:lstStyle/>
          <a:p>
            <a:endParaRPr lang="en-IN" dirty="0"/>
          </a:p>
        </p:txBody>
      </p:sp>
      <p:pic>
        <p:nvPicPr>
          <p:cNvPr id="2097154" name="Picture 18" descr="Teerthanker Mahaveer University"/>
          <p:cNvPicPr>
            <a:picLocks noChangeAspect="1" noChangeArrowheads="1"/>
          </p:cNvPicPr>
          <p:nvPr/>
        </p:nvPicPr>
        <p:blipFill>
          <a:blip r:embed="rId3"/>
          <a:srcRect/>
          <a:stretch>
            <a:fillRect/>
          </a:stretch>
        </p:blipFill>
        <p:spPr bwMode="auto">
          <a:xfrm>
            <a:off x="6172712" y="33879"/>
            <a:ext cx="2952750" cy="685800"/>
          </a:xfrm>
          <a:prstGeom prst="rect">
            <a:avLst/>
          </a:prstGeom>
          <a:noFill/>
        </p:spPr>
      </p:pic>
      <p:sp>
        <p:nvSpPr>
          <p:cNvPr id="1048610" name="Slide Number Placeholder 3"/>
          <p:cNvSpPr txBox="1"/>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t>3</a:t>
            </a:fld>
            <a:endParaRPr lang="en-IN"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2"/>
          <p:cNvSpPr>
            <a:spLocks noGrp="1"/>
          </p:cNvSpPr>
          <p:nvPr>
            <p:ph type="title"/>
          </p:nvPr>
        </p:nvSpPr>
        <p:spPr/>
        <p:txBody>
          <a:bodyPr/>
          <a:lstStyle/>
          <a:p>
            <a:endParaRPr lang="en-IN"/>
          </a:p>
        </p:txBody>
      </p:sp>
      <p:sp>
        <p:nvSpPr>
          <p:cNvPr id="1048615" name="Content Placeholder 4"/>
          <p:cNvSpPr>
            <a:spLocks noGrp="1"/>
          </p:cNvSpPr>
          <p:nvPr>
            <p:ph idx="1"/>
          </p:nvPr>
        </p:nvSpPr>
        <p:spPr>
          <a:xfrm>
            <a:off x="395064" y="1241160"/>
            <a:ext cx="8353400" cy="4924144"/>
          </a:xfrm>
        </p:spPr>
        <p:txBody>
          <a:bodyPr>
            <a:normAutofit/>
          </a:bodyPr>
          <a:lstStyle/>
          <a:p>
            <a:pPr marL="342900" marR="0" lvl="0" indent="-342900" algn="just" fontAlgn="base">
              <a:spcBef>
                <a:spcPts val="0"/>
              </a:spcBef>
              <a:spcAft>
                <a:spcPts val="0"/>
              </a:spcAft>
              <a:buSzPts val="1000"/>
              <a:buFont typeface="Symbol" panose="05050102010706020507" pitchFamily="18" charset="2"/>
              <a:buChar char=""/>
              <a:tabLst>
                <a:tab pos="457200" algn="l"/>
              </a:tabLs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Acquisition and </a:t>
            </a:r>
            <a:r>
              <a:rPr lang="en-IN" sz="2000" b="1"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Preprocessing</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This module involves the acquisition of the traffic sign dataset and </a:t>
            </a:r>
            <a:r>
              <a:rPr lang="en-IN" sz="2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preprocessing</a:t>
            </a: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of the images. The images are then </a:t>
            </a:r>
            <a:r>
              <a:rPr lang="en-IN" sz="2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preprocessed</a:t>
            </a: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to enhance the image quality, remove noise, and correct for distortion.</a:t>
            </a:r>
            <a:endParaRPr lang="en-IN" sz="2000" dirty="0">
              <a:effectLst/>
              <a:latin typeface="Calibri" panose="020F0502020204030204" pitchFamily="34" charset="0"/>
              <a:ea typeface="Droid Sans Fallback"/>
            </a:endParaRPr>
          </a:p>
          <a:p>
            <a:pPr marL="342900" marR="0" lvl="0" indent="-342900" algn="just" fontAlgn="base">
              <a:spcBef>
                <a:spcPts val="0"/>
              </a:spcBef>
              <a:spcAft>
                <a:spcPts val="0"/>
              </a:spcAft>
              <a:buSzPts val="1000"/>
              <a:buFont typeface="Symbol" panose="05050102010706020507" pitchFamily="18" charset="2"/>
              <a:buChar char=""/>
              <a:tabLst>
                <a:tab pos="457200" algn="l"/>
              </a:tabLs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Convolutional Neural Network (CNN) Model Training:</a:t>
            </a: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This module involves the training of a CNN model using the </a:t>
            </a:r>
            <a:r>
              <a:rPr lang="en-IN" sz="2000" dirty="0" err="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preprocessed</a:t>
            </a: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dataset. The CNN model is trained to classify the different types of traffic signs.</a:t>
            </a:r>
          </a:p>
          <a:p>
            <a:pPr marL="342900" marR="0" lvl="0" indent="-342900" algn="just" fontAlgn="base">
              <a:spcBef>
                <a:spcPts val="0"/>
              </a:spcBef>
              <a:spcAft>
                <a:spcPts val="0"/>
              </a:spcAft>
              <a:buSzPts val="1000"/>
              <a:buFont typeface="Symbol" panose="05050102010706020507" pitchFamily="18" charset="2"/>
              <a:buChar char=""/>
              <a:tabLst>
                <a:tab pos="457200" algn="l"/>
              </a:tabLst>
            </a:pP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Model Optimization:</a:t>
            </a: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This module involves optimizing the trained CNN model to improve its performance. Various techniques such as hyperparameter tuning, model compression, and pruning can be used to optimize the model.</a:t>
            </a:r>
            <a:endParaRPr lang="en-IN" sz="2000" dirty="0">
              <a:effectLst/>
              <a:latin typeface="Calibri" panose="020F0502020204030204" pitchFamily="34" charset="0"/>
              <a:ea typeface="Droid Sans Fallback"/>
            </a:endParaRPr>
          </a:p>
          <a:p>
            <a:pPr marL="342900" marR="0" lvl="0" indent="-342900" algn="just" fontAlgn="base">
              <a:spcBef>
                <a:spcPts val="0"/>
              </a:spcBef>
              <a:spcAft>
                <a:spcPts val="0"/>
              </a:spcAft>
              <a:buSzPts val="1000"/>
              <a:buFont typeface="Symbol" panose="05050102010706020507" pitchFamily="18" charset="2"/>
              <a:buChar char=""/>
              <a:tabLst>
                <a:tab pos="457200" algn="l"/>
              </a:tabLst>
            </a:pPr>
            <a:r>
              <a:rPr lang="en-IN"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Integration with a User Interface:</a:t>
            </a:r>
            <a:r>
              <a:rPr lang="en-IN"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This module involves integrating the trained CNN model with a user interface.. The interface allows users to upload an image of a traffic sign and receive information about the type of sign.</a:t>
            </a:r>
            <a:endParaRPr lang="en-IN" sz="2000" dirty="0">
              <a:effectLst/>
              <a:latin typeface="Calibri" panose="020F0502020204030204" pitchFamily="34" charset="0"/>
              <a:ea typeface="Droid Sans Fallback"/>
            </a:endParaRPr>
          </a:p>
          <a:p>
            <a:endParaRPr lang="en-IN" dirty="0"/>
          </a:p>
        </p:txBody>
      </p:sp>
      <p:sp>
        <p:nvSpPr>
          <p:cNvPr id="1048616" name="Slide Number Placeholder 1"/>
          <p:cNvSpPr>
            <a:spLocks noGrp="1"/>
          </p:cNvSpPr>
          <p:nvPr>
            <p:ph type="sldNum" sz="quarter" idx="12"/>
          </p:nvPr>
        </p:nvSpPr>
        <p:spPr/>
        <p:txBody>
          <a:bodyPr/>
          <a:lstStyle/>
          <a:p>
            <a:fld id="{08FC1071-F2DF-4CA9-AA63-FF97A16BD739}" type="slidenum">
              <a:rPr lang="en-IN" smtClean="0">
                <a:solidFill>
                  <a:schemeClr val="bg1"/>
                </a:solidFill>
              </a:rPr>
              <a:t>4</a:t>
            </a:fld>
            <a:endParaRPr lang="en-IN" dirty="0">
              <a:solidFill>
                <a:schemeClr val="bg1"/>
              </a:solidFill>
            </a:endParaRPr>
          </a:p>
        </p:txBody>
      </p:sp>
      <p:sp>
        <p:nvSpPr>
          <p:cNvPr id="1048617" name="Rectangle 4"/>
          <p:cNvSpPr>
            <a:spLocks noChangeArrowheads="1"/>
          </p:cNvSpPr>
          <p:nvPr/>
        </p:nvSpPr>
        <p:spPr bwMode="auto">
          <a:xfrm>
            <a:off x="0" y="0"/>
            <a:ext cx="9144000" cy="914400"/>
          </a:xfrm>
          <a:prstGeom prst="rect">
            <a:avLst/>
          </a:prstGeom>
          <a:solidFill>
            <a:srgbClr val="711613"/>
          </a:solidFill>
          <a:ln>
            <a:noFill/>
          </a:ln>
          <a:effectLst/>
        </p:spPr>
        <p:txBody>
          <a:bodyPr wrap="none" anchor="ctr"/>
          <a:lstStyle/>
          <a:p>
            <a:endParaRPr lang="en-IN"/>
          </a:p>
        </p:txBody>
      </p:sp>
      <p:sp>
        <p:nvSpPr>
          <p:cNvPr id="1048618" name="Text Box 5"/>
          <p:cNvSpPr txBox="1">
            <a:spLocks noChangeArrowheads="1"/>
          </p:cNvSpPr>
          <p:nvPr/>
        </p:nvSpPr>
        <p:spPr bwMode="auto">
          <a:xfrm>
            <a:off x="1979712" y="0"/>
            <a:ext cx="4193000" cy="707886"/>
          </a:xfrm>
          <a:prstGeom prst="rect">
            <a:avLst/>
          </a:prstGeom>
          <a:noFill/>
          <a:ln>
            <a:noFill/>
          </a:ln>
          <a:effectLst/>
        </p:spPr>
        <p:txBody>
          <a:bodyPr wrap="square">
            <a:spAutoFit/>
          </a:bodyPr>
          <a:lstStyle/>
          <a:p>
            <a:pPr>
              <a:spcBef>
                <a:spcPct val="50000"/>
              </a:spcBef>
            </a:pPr>
            <a:r>
              <a:rPr lang="en-US" sz="4000" dirty="0">
                <a:solidFill>
                  <a:schemeClr val="bg1"/>
                </a:solidFill>
                <a:latin typeface="Times New Roman" panose="02020603050405020304" pitchFamily="18" charset="0"/>
                <a:cs typeface="Times New Roman" panose="02020603050405020304" pitchFamily="18" charset="0"/>
              </a:rPr>
              <a:t>Modules</a:t>
            </a:r>
            <a:endParaRPr lang="en-US" sz="4000" b="1" dirty="0">
              <a:solidFill>
                <a:schemeClr val="bg1"/>
              </a:solidFill>
              <a:latin typeface="Calibri" pitchFamily="34" charset="0"/>
              <a:ea typeface="ＭＳ Ｐゴシック" pitchFamily="-28" charset="-128"/>
            </a:endParaRPr>
          </a:p>
        </p:txBody>
      </p:sp>
      <p:sp>
        <p:nvSpPr>
          <p:cNvPr id="1048619" name="Rectangle 8"/>
          <p:cNvSpPr>
            <a:spLocks noChangeArrowheads="1"/>
          </p:cNvSpPr>
          <p:nvPr/>
        </p:nvSpPr>
        <p:spPr bwMode="auto">
          <a:xfrm>
            <a:off x="0" y="6165304"/>
            <a:ext cx="9144000" cy="692696"/>
          </a:xfrm>
          <a:prstGeom prst="rect">
            <a:avLst/>
          </a:prstGeom>
          <a:solidFill>
            <a:srgbClr val="711613"/>
          </a:solidFill>
          <a:ln>
            <a:noFill/>
          </a:ln>
          <a:effectLst/>
        </p:spPr>
        <p:txBody>
          <a:bodyPr wrap="none" anchor="ctr"/>
          <a:lstStyle/>
          <a:p>
            <a:endParaRPr lang="en-IN" dirty="0"/>
          </a:p>
        </p:txBody>
      </p:sp>
      <p:pic>
        <p:nvPicPr>
          <p:cNvPr id="2097155" name="Picture 18" descr="Teerthanker Mahaveer University"/>
          <p:cNvPicPr>
            <a:picLocks noChangeAspect="1" noChangeArrowheads="1"/>
          </p:cNvPicPr>
          <p:nvPr/>
        </p:nvPicPr>
        <p:blipFill>
          <a:blip r:embed="rId3"/>
          <a:srcRect/>
          <a:stretch>
            <a:fillRect/>
          </a:stretch>
        </p:blipFill>
        <p:spPr bwMode="auto">
          <a:xfrm>
            <a:off x="6172712" y="33879"/>
            <a:ext cx="2952750" cy="685800"/>
          </a:xfrm>
          <a:prstGeom prst="rect">
            <a:avLst/>
          </a:prstGeom>
          <a:noFill/>
        </p:spPr>
      </p:pic>
      <p:sp>
        <p:nvSpPr>
          <p:cNvPr id="1048620" name="Slide Number Placeholder 3"/>
          <p:cNvSpPr txBox="1"/>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t>4</a:t>
            </a:fld>
            <a:endParaRPr lang="en-IN" dirty="0">
              <a:solidFill>
                <a:schemeClr val="bg1"/>
              </a:solidFill>
            </a:endParaRPr>
          </a:p>
        </p:txBody>
      </p:sp>
      <p:sp>
        <p:nvSpPr>
          <p:cNvPr id="1048621" name="TextBox 10"/>
          <p:cNvSpPr txBox="1"/>
          <p:nvPr/>
        </p:nvSpPr>
        <p:spPr>
          <a:xfrm>
            <a:off x="7316954" y="6554832"/>
            <a:ext cx="1808508" cy="25391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dirty="0">
                <a:solidFill>
                  <a:schemeClr val="bg1"/>
                </a:solidFill>
              </a:rPr>
              <a:t>T012C/ Template Version 5.0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2"/>
          <p:cNvSpPr>
            <a:spLocks noGrp="1"/>
          </p:cNvSpPr>
          <p:nvPr>
            <p:ph type="title"/>
          </p:nvPr>
        </p:nvSpPr>
        <p:spPr/>
        <p:txBody>
          <a:bodyPr/>
          <a:lstStyle/>
          <a:p>
            <a:endParaRPr lang="en-IN"/>
          </a:p>
        </p:txBody>
      </p:sp>
      <p:sp>
        <p:nvSpPr>
          <p:cNvPr id="1048626" name="Content Placeholder 4"/>
          <p:cNvSpPr>
            <a:spLocks noGrp="1"/>
          </p:cNvSpPr>
          <p:nvPr>
            <p:ph idx="1"/>
          </p:nvPr>
        </p:nvSpPr>
        <p:spPr>
          <a:xfrm>
            <a:off x="3347864" y="914400"/>
            <a:ext cx="5796136" cy="525090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a:t>
            </a:r>
          </a:p>
        </p:txBody>
      </p:sp>
      <p:sp>
        <p:nvSpPr>
          <p:cNvPr id="1048627" name="Slide Number Placeholder 1"/>
          <p:cNvSpPr>
            <a:spLocks noGrp="1"/>
          </p:cNvSpPr>
          <p:nvPr>
            <p:ph type="sldNum" sz="quarter" idx="12"/>
          </p:nvPr>
        </p:nvSpPr>
        <p:spPr/>
        <p:txBody>
          <a:bodyPr/>
          <a:lstStyle/>
          <a:p>
            <a:fld id="{08FC1071-F2DF-4CA9-AA63-FF97A16BD739}" type="slidenum">
              <a:rPr lang="en-IN" smtClean="0">
                <a:solidFill>
                  <a:schemeClr val="bg1"/>
                </a:solidFill>
              </a:rPr>
              <a:t>5</a:t>
            </a:fld>
            <a:endParaRPr lang="en-IN" dirty="0">
              <a:solidFill>
                <a:schemeClr val="bg1"/>
              </a:solidFill>
            </a:endParaRPr>
          </a:p>
        </p:txBody>
      </p:sp>
      <p:sp>
        <p:nvSpPr>
          <p:cNvPr id="1048628" name="Rectangle 4"/>
          <p:cNvSpPr>
            <a:spLocks noChangeArrowheads="1"/>
          </p:cNvSpPr>
          <p:nvPr/>
        </p:nvSpPr>
        <p:spPr bwMode="auto">
          <a:xfrm>
            <a:off x="0" y="0"/>
            <a:ext cx="9144000" cy="914400"/>
          </a:xfrm>
          <a:prstGeom prst="rect">
            <a:avLst/>
          </a:prstGeom>
          <a:solidFill>
            <a:srgbClr val="711613"/>
          </a:solidFill>
          <a:ln>
            <a:noFill/>
          </a:ln>
          <a:effectLst/>
        </p:spPr>
        <p:txBody>
          <a:bodyPr wrap="none" anchor="ctr"/>
          <a:lstStyle/>
          <a:p>
            <a:endParaRPr lang="en-IN" dirty="0"/>
          </a:p>
        </p:txBody>
      </p:sp>
      <p:sp>
        <p:nvSpPr>
          <p:cNvPr id="1048629" name="Text Box 5"/>
          <p:cNvSpPr txBox="1">
            <a:spLocks noChangeArrowheads="1"/>
          </p:cNvSpPr>
          <p:nvPr/>
        </p:nvSpPr>
        <p:spPr bwMode="auto">
          <a:xfrm>
            <a:off x="1259632" y="0"/>
            <a:ext cx="4913080" cy="707886"/>
          </a:xfrm>
          <a:prstGeom prst="rect">
            <a:avLst/>
          </a:prstGeom>
          <a:noFill/>
          <a:ln>
            <a:noFill/>
          </a:ln>
          <a:effectLst/>
        </p:spPr>
        <p:txBody>
          <a:bodyPr wrap="square">
            <a:spAutoFit/>
          </a:bodyPr>
          <a:lstStyle/>
          <a:p>
            <a:pPr>
              <a:spcBef>
                <a:spcPct val="50000"/>
              </a:spcBef>
            </a:pPr>
            <a:r>
              <a:rPr lang="en-US" sz="4000" dirty="0">
                <a:solidFill>
                  <a:schemeClr val="bg1"/>
                </a:solidFill>
              </a:rPr>
              <a:t>Data Flow Diagrams</a:t>
            </a:r>
            <a:endParaRPr lang="en-US" sz="4000" b="1" dirty="0">
              <a:solidFill>
                <a:schemeClr val="bg1"/>
              </a:solidFill>
              <a:latin typeface="Calibri" pitchFamily="34" charset="0"/>
              <a:ea typeface="ＭＳ Ｐゴシック" pitchFamily="-28" charset="-128"/>
            </a:endParaRPr>
          </a:p>
        </p:txBody>
      </p:sp>
      <p:sp>
        <p:nvSpPr>
          <p:cNvPr id="1048630" name="Rectangle 8"/>
          <p:cNvSpPr>
            <a:spLocks noChangeArrowheads="1"/>
          </p:cNvSpPr>
          <p:nvPr/>
        </p:nvSpPr>
        <p:spPr bwMode="auto">
          <a:xfrm>
            <a:off x="0" y="6165304"/>
            <a:ext cx="9144000" cy="692696"/>
          </a:xfrm>
          <a:prstGeom prst="rect">
            <a:avLst/>
          </a:prstGeom>
          <a:solidFill>
            <a:srgbClr val="711613"/>
          </a:solidFill>
          <a:ln>
            <a:noFill/>
          </a:ln>
          <a:effectLst/>
        </p:spPr>
        <p:txBody>
          <a:bodyPr wrap="none" anchor="ctr"/>
          <a:lstStyle/>
          <a:p>
            <a:endParaRPr lang="en-IN" dirty="0"/>
          </a:p>
        </p:txBody>
      </p:sp>
      <p:pic>
        <p:nvPicPr>
          <p:cNvPr id="2097156" name="Picture 18" descr="Teerthanker Mahaveer University"/>
          <p:cNvPicPr>
            <a:picLocks noChangeAspect="1" noChangeArrowheads="1"/>
          </p:cNvPicPr>
          <p:nvPr/>
        </p:nvPicPr>
        <p:blipFill>
          <a:blip r:embed="rId3"/>
          <a:srcRect/>
          <a:stretch>
            <a:fillRect/>
          </a:stretch>
        </p:blipFill>
        <p:spPr bwMode="auto">
          <a:xfrm>
            <a:off x="6172712" y="33879"/>
            <a:ext cx="2952750" cy="685800"/>
          </a:xfrm>
          <a:prstGeom prst="rect">
            <a:avLst/>
          </a:prstGeom>
          <a:noFill/>
        </p:spPr>
      </p:pic>
      <p:sp>
        <p:nvSpPr>
          <p:cNvPr id="1048631" name="Slide Number Placeholder 3"/>
          <p:cNvSpPr txBox="1"/>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t>5</a:t>
            </a:fld>
            <a:endParaRPr lang="en-IN" dirty="0">
              <a:solidFill>
                <a:schemeClr val="bg1"/>
              </a:solidFill>
            </a:endParaRPr>
          </a:p>
        </p:txBody>
      </p:sp>
      <p:sp>
        <p:nvSpPr>
          <p:cNvPr id="1048632" name="TextBox 10"/>
          <p:cNvSpPr txBox="1"/>
          <p:nvPr/>
        </p:nvSpPr>
        <p:spPr>
          <a:xfrm>
            <a:off x="7316954" y="6554832"/>
            <a:ext cx="1808508" cy="25391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dirty="0">
                <a:solidFill>
                  <a:schemeClr val="bg1"/>
                </a:solidFill>
              </a:rPr>
              <a:t>T012C/ Template Version 5.0</a:t>
            </a:r>
          </a:p>
        </p:txBody>
      </p:sp>
      <p:pic>
        <p:nvPicPr>
          <p:cNvPr id="3" name="Picture 2">
            <a:extLst>
              <a:ext uri="{FF2B5EF4-FFF2-40B4-BE49-F238E27FC236}">
                <a16:creationId xmlns:a16="http://schemas.microsoft.com/office/drawing/2014/main" id="{733C2676-6768-2045-4A7A-C84FF472BC05}"/>
              </a:ext>
            </a:extLst>
          </p:cNvPr>
          <p:cNvPicPr>
            <a:picLocks noChangeAspect="1"/>
          </p:cNvPicPr>
          <p:nvPr/>
        </p:nvPicPr>
        <p:blipFill rotWithShape="1">
          <a:blip r:embed="rId4"/>
          <a:srcRect t="7435" b="4030"/>
          <a:stretch/>
        </p:blipFill>
        <p:spPr>
          <a:xfrm>
            <a:off x="2155383" y="1073607"/>
            <a:ext cx="4833233" cy="50196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Slide Number Placeholder 3"/>
          <p:cNvSpPr>
            <a:spLocks noGrp="1"/>
          </p:cNvSpPr>
          <p:nvPr>
            <p:ph type="sldNum" sz="quarter" idx="12"/>
          </p:nvPr>
        </p:nvSpPr>
        <p:spPr/>
        <p:txBody>
          <a:bodyPr/>
          <a:lstStyle/>
          <a:p>
            <a:fld id="{08FC1071-F2DF-4CA9-AA63-FF97A16BD739}" type="slidenum">
              <a:rPr lang="en-IN" smtClean="0"/>
              <a:t>6</a:t>
            </a:fld>
            <a:endParaRPr lang="en-IN"/>
          </a:p>
        </p:txBody>
      </p:sp>
      <p:sp>
        <p:nvSpPr>
          <p:cNvPr id="1048644" name="Rectangle 4"/>
          <p:cNvSpPr>
            <a:spLocks noChangeArrowheads="1"/>
          </p:cNvSpPr>
          <p:nvPr/>
        </p:nvSpPr>
        <p:spPr bwMode="auto">
          <a:xfrm>
            <a:off x="0" y="-112541"/>
            <a:ext cx="9144000" cy="914400"/>
          </a:xfrm>
          <a:prstGeom prst="rect">
            <a:avLst/>
          </a:prstGeom>
          <a:solidFill>
            <a:srgbClr val="711613"/>
          </a:solidFill>
          <a:ln>
            <a:noFill/>
          </a:ln>
          <a:effectLst/>
        </p:spPr>
        <p:txBody>
          <a:bodyPr wrap="none" anchor="ctr"/>
          <a:lstStyle/>
          <a:p>
            <a:pPr>
              <a:spcBef>
                <a:spcPct val="50000"/>
              </a:spcBef>
            </a:pPr>
            <a:r>
              <a:rPr lang="en-US" sz="4000" dirty="0">
                <a:solidFill>
                  <a:schemeClr val="bg1"/>
                </a:solidFill>
              </a:rPr>
              <a:t>                </a:t>
            </a:r>
            <a:r>
              <a:rPr lang="en-US" sz="4000" dirty="0">
                <a:solidFill>
                  <a:schemeClr val="bg1"/>
                </a:solidFill>
                <a:latin typeface="Times New Roman" panose="02020603050405020304" pitchFamily="18" charset="0"/>
                <a:cs typeface="Times New Roman" panose="02020603050405020304" pitchFamily="18" charset="0"/>
              </a:rPr>
              <a:t>Advantages</a:t>
            </a:r>
            <a:endParaRPr lang="en-US" sz="4000" b="1" dirty="0">
              <a:solidFill>
                <a:schemeClr val="bg1"/>
              </a:solidFill>
              <a:latin typeface="Calibri" pitchFamily="34" charset="0"/>
              <a:ea typeface="ＭＳ Ｐゴシック" pitchFamily="-28" charset="-128"/>
            </a:endParaRPr>
          </a:p>
        </p:txBody>
      </p:sp>
      <p:pic>
        <p:nvPicPr>
          <p:cNvPr id="2097160" name="Picture 18" descr="Teerthanker Mahaveer University"/>
          <p:cNvPicPr>
            <a:picLocks noChangeAspect="1" noChangeArrowheads="1"/>
          </p:cNvPicPr>
          <p:nvPr/>
        </p:nvPicPr>
        <p:blipFill>
          <a:blip r:embed="rId2"/>
          <a:srcRect/>
          <a:stretch>
            <a:fillRect/>
          </a:stretch>
        </p:blipFill>
        <p:spPr bwMode="auto">
          <a:xfrm>
            <a:off x="6172712" y="33879"/>
            <a:ext cx="2952750" cy="685800"/>
          </a:xfrm>
          <a:prstGeom prst="rect">
            <a:avLst/>
          </a:prstGeom>
          <a:noFill/>
        </p:spPr>
      </p:pic>
      <p:sp>
        <p:nvSpPr>
          <p:cNvPr id="1048645" name="Rectangle 8"/>
          <p:cNvSpPr>
            <a:spLocks noChangeArrowheads="1"/>
          </p:cNvSpPr>
          <p:nvPr/>
        </p:nvSpPr>
        <p:spPr bwMode="auto">
          <a:xfrm>
            <a:off x="0" y="6329089"/>
            <a:ext cx="9144000" cy="692696"/>
          </a:xfrm>
          <a:prstGeom prst="rect">
            <a:avLst/>
          </a:prstGeom>
          <a:solidFill>
            <a:srgbClr val="711613"/>
          </a:solidFill>
          <a:ln>
            <a:noFill/>
          </a:ln>
          <a:effectLst/>
        </p:spPr>
        <p:txBody>
          <a:bodyPr wrap="none" anchor="ctr"/>
          <a:lstStyle/>
          <a:p>
            <a:r>
              <a:rPr lang="en-US" dirty="0">
                <a:solidFill>
                  <a:schemeClr val="bg1"/>
                </a:solidFill>
              </a:rPr>
              <a:t>6</a:t>
            </a:r>
            <a:endParaRPr lang="en-IN" dirty="0">
              <a:solidFill>
                <a:schemeClr val="bg1"/>
              </a:solidFill>
            </a:endParaRPr>
          </a:p>
        </p:txBody>
      </p:sp>
      <p:sp>
        <p:nvSpPr>
          <p:cNvPr id="3" name="TextBox 2">
            <a:extLst>
              <a:ext uri="{FF2B5EF4-FFF2-40B4-BE49-F238E27FC236}">
                <a16:creationId xmlns:a16="http://schemas.microsoft.com/office/drawing/2014/main" id="{FE66FA27-A030-3397-1C43-0FD77F630503}"/>
              </a:ext>
            </a:extLst>
          </p:cNvPr>
          <p:cNvSpPr txBox="1"/>
          <p:nvPr/>
        </p:nvSpPr>
        <p:spPr>
          <a:xfrm>
            <a:off x="233536" y="836629"/>
            <a:ext cx="8856984" cy="5758243"/>
          </a:xfrm>
          <a:prstGeom prst="rect">
            <a:avLst/>
          </a:prstGeom>
          <a:noFill/>
        </p:spPr>
        <p:txBody>
          <a:bodyPr wrap="square">
            <a:spAutoFit/>
          </a:bodyPr>
          <a:lstStyle/>
          <a:p>
            <a:pPr marL="0" marR="0" algn="just">
              <a:spcBef>
                <a:spcPts val="0"/>
              </a:spcBef>
              <a:spcAft>
                <a:spcPts val="800"/>
              </a:spcAft>
            </a:pPr>
            <a:r>
              <a:rPr lang="en-US" sz="2000" b="1" dirty="0">
                <a:effectLst/>
                <a:latin typeface="Calibri" panose="020F0502020204030204" pitchFamily="34" charset="0"/>
                <a:ea typeface="Droid Sans Fallback"/>
                <a:cs typeface="Calibri" panose="020F0502020204030204" pitchFamily="34" charset="0"/>
              </a:rPr>
              <a:t>Improved road safety:</a:t>
            </a:r>
            <a:r>
              <a:rPr lang="en-US" sz="2000" dirty="0">
                <a:effectLst/>
                <a:latin typeface="Calibri" panose="020F0502020204030204" pitchFamily="34" charset="0"/>
                <a:ea typeface="Droid Sans Fallback"/>
                <a:cs typeface="Calibri" panose="020F0502020204030204" pitchFamily="34" charset="0"/>
              </a:rPr>
              <a:t> One of the most significant advantages of traffic sign recognition systems is that they can significantly improve road safety. By detecting and recognizing traffic signs, these systems can provide drivers with timely and accurate information about the road ahead, helping them make better decisions and avoid accidents.</a:t>
            </a:r>
            <a:endParaRPr lang="en-IN" sz="2000" dirty="0">
              <a:effectLst/>
              <a:latin typeface="Calibri" panose="020F0502020204030204" pitchFamily="34" charset="0"/>
              <a:ea typeface="Droid Sans Fallback"/>
            </a:endParaRPr>
          </a:p>
          <a:p>
            <a:pPr marL="0" marR="0" algn="just">
              <a:spcBef>
                <a:spcPts val="0"/>
              </a:spcBef>
              <a:spcAft>
                <a:spcPts val="800"/>
              </a:spcAft>
            </a:pPr>
            <a:r>
              <a:rPr lang="en-US" sz="2000" b="1" dirty="0">
                <a:effectLst/>
                <a:latin typeface="Calibri" panose="020F0502020204030204" pitchFamily="34" charset="0"/>
                <a:ea typeface="Droid Sans Fallback"/>
                <a:cs typeface="Calibri" panose="020F0502020204030204" pitchFamily="34" charset="0"/>
              </a:rPr>
              <a:t>Reduced human error:</a:t>
            </a:r>
            <a:r>
              <a:rPr lang="en-US" sz="2000" dirty="0">
                <a:effectLst/>
                <a:latin typeface="Calibri" panose="020F0502020204030204" pitchFamily="34" charset="0"/>
                <a:ea typeface="Droid Sans Fallback"/>
                <a:cs typeface="Calibri" panose="020F0502020204030204" pitchFamily="34" charset="0"/>
              </a:rPr>
              <a:t> Traffic sign recognition systems can help reduce human error by automatically detecting and recognizing traffic signs. This can be particularly beneficial in situations where drivers may be distracted or fatigued.</a:t>
            </a:r>
            <a:endParaRPr lang="en-IN" sz="2000" dirty="0">
              <a:effectLst/>
              <a:latin typeface="Calibri" panose="020F0502020204030204" pitchFamily="34" charset="0"/>
              <a:ea typeface="Droid Sans Fallback"/>
            </a:endParaRPr>
          </a:p>
          <a:p>
            <a:pPr marL="0" marR="0" algn="just">
              <a:spcBef>
                <a:spcPts val="0"/>
              </a:spcBef>
              <a:spcAft>
                <a:spcPts val="800"/>
              </a:spcAft>
            </a:pPr>
            <a:r>
              <a:rPr lang="en-US" sz="2000" b="1" dirty="0">
                <a:effectLst/>
                <a:latin typeface="Calibri" panose="020F0502020204030204" pitchFamily="34" charset="0"/>
                <a:ea typeface="Droid Sans Fallback"/>
                <a:cs typeface="Calibri" panose="020F0502020204030204" pitchFamily="34" charset="0"/>
              </a:rPr>
              <a:t>Enhanced driver convenience:</a:t>
            </a:r>
            <a:r>
              <a:rPr lang="en-US" sz="2000" dirty="0">
                <a:effectLst/>
                <a:latin typeface="Calibri" panose="020F0502020204030204" pitchFamily="34" charset="0"/>
                <a:ea typeface="Droid Sans Fallback"/>
                <a:cs typeface="Calibri" panose="020F0502020204030204" pitchFamily="34" charset="0"/>
              </a:rPr>
              <a:t> Traffic sign recognition systems can also enhance driver convenience by providing information about the road ahead. For example, the system can alert drivers about upcoming speed limits or warn them of road closures or detours.</a:t>
            </a:r>
          </a:p>
          <a:p>
            <a:pPr algn="just">
              <a:spcAft>
                <a:spcPts val="800"/>
              </a:spcAft>
            </a:pPr>
            <a:r>
              <a:rPr lang="en-US" sz="2000" b="1" dirty="0">
                <a:effectLst/>
                <a:latin typeface="Calibri" panose="020F0502020204030204" pitchFamily="34" charset="0"/>
                <a:ea typeface="Droid Sans Fallback"/>
                <a:cs typeface="Calibri" panose="020F0502020204030204" pitchFamily="34" charset="0"/>
              </a:rPr>
              <a:t>Cost-effective:</a:t>
            </a:r>
            <a:r>
              <a:rPr lang="en-US" sz="2000" dirty="0">
                <a:effectLst/>
                <a:latin typeface="Calibri" panose="020F0502020204030204" pitchFamily="34" charset="0"/>
                <a:ea typeface="Droid Sans Fallback"/>
                <a:cs typeface="Calibri" panose="020F0502020204030204" pitchFamily="34" charset="0"/>
              </a:rPr>
              <a:t> Traffic sign recognition systems can be a cost-effective way to improve road safety. Unlike other road safety measures, such as road widening or the installation of physical barriers, traffic sign recognition systems are relatively inexpensive to implement.</a:t>
            </a:r>
            <a:endParaRPr lang="en-IN" sz="2000" dirty="0">
              <a:effectLst/>
              <a:latin typeface="Calibri" panose="020F0502020204030204" pitchFamily="34" charset="0"/>
              <a:ea typeface="Droid Sans Fallback"/>
            </a:endParaRPr>
          </a:p>
          <a:p>
            <a:pPr marL="0" marR="0" algn="just">
              <a:lnSpc>
                <a:spcPct val="150000"/>
              </a:lnSpc>
              <a:spcBef>
                <a:spcPts val="0"/>
              </a:spcBef>
              <a:spcAft>
                <a:spcPts val="800"/>
              </a:spcAft>
            </a:pPr>
            <a:endParaRPr lang="en-IN" sz="1600" dirty="0">
              <a:effectLst/>
              <a:latin typeface="Calibri" panose="020F0502020204030204" pitchFamily="34" charset="0"/>
              <a:ea typeface="Droid Sans Fallbac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Slide Number Placeholder 1"/>
          <p:cNvSpPr>
            <a:spLocks noGrp="1"/>
          </p:cNvSpPr>
          <p:nvPr>
            <p:ph type="sldNum" sz="quarter" idx="12"/>
          </p:nvPr>
        </p:nvSpPr>
        <p:spPr/>
        <p:txBody>
          <a:bodyPr/>
          <a:lstStyle/>
          <a:p>
            <a:fld id="{08FC1071-F2DF-4CA9-AA63-FF97A16BD739}" type="slidenum">
              <a:rPr lang="en-IN" smtClean="0"/>
              <a:t>7</a:t>
            </a:fld>
            <a:endParaRPr lang="en-IN"/>
          </a:p>
        </p:txBody>
      </p:sp>
      <p:sp>
        <p:nvSpPr>
          <p:cNvPr id="1048648" name="Rectangle 4"/>
          <p:cNvSpPr>
            <a:spLocks noChangeArrowheads="1"/>
          </p:cNvSpPr>
          <p:nvPr/>
        </p:nvSpPr>
        <p:spPr bwMode="auto">
          <a:xfrm>
            <a:off x="0" y="-112541"/>
            <a:ext cx="9144000" cy="914400"/>
          </a:xfrm>
          <a:prstGeom prst="rect">
            <a:avLst/>
          </a:prstGeom>
          <a:solidFill>
            <a:srgbClr val="711613"/>
          </a:solidFill>
          <a:ln>
            <a:noFill/>
          </a:ln>
          <a:effectLst/>
        </p:spPr>
        <p:txBody>
          <a:bodyPr wrap="none" anchor="ctr"/>
          <a:lstStyle/>
          <a:p>
            <a:pPr>
              <a:spcBef>
                <a:spcPct val="50000"/>
              </a:spcBef>
            </a:pPr>
            <a:r>
              <a:rPr lang="en-US" sz="4000" dirty="0">
                <a:solidFill>
                  <a:schemeClr val="bg1"/>
                </a:solidFill>
              </a:rPr>
              <a:t>                 </a:t>
            </a:r>
            <a:r>
              <a:rPr lang="en-US" sz="4000" dirty="0">
                <a:solidFill>
                  <a:schemeClr val="bg1"/>
                </a:solidFill>
                <a:latin typeface="Times New Roman" panose="02020603050405020304" pitchFamily="18" charset="0"/>
                <a:cs typeface="Times New Roman" panose="02020603050405020304" pitchFamily="18" charset="0"/>
              </a:rPr>
              <a:t>Conclusion</a:t>
            </a:r>
            <a:endParaRPr lang="en-US" sz="4000" b="1" dirty="0">
              <a:solidFill>
                <a:schemeClr val="bg1"/>
              </a:solidFill>
              <a:latin typeface="Calibri" pitchFamily="34" charset="0"/>
              <a:ea typeface="ＭＳ Ｐゴシック" pitchFamily="-28" charset="-128"/>
            </a:endParaRPr>
          </a:p>
        </p:txBody>
      </p:sp>
      <p:pic>
        <p:nvPicPr>
          <p:cNvPr id="2097161" name="Picture 18" descr="Teerthanker Mahaveer University"/>
          <p:cNvPicPr>
            <a:picLocks noChangeAspect="1" noChangeArrowheads="1"/>
          </p:cNvPicPr>
          <p:nvPr/>
        </p:nvPicPr>
        <p:blipFill>
          <a:blip r:embed="rId2"/>
          <a:srcRect/>
          <a:stretch>
            <a:fillRect/>
          </a:stretch>
        </p:blipFill>
        <p:spPr bwMode="auto">
          <a:xfrm>
            <a:off x="6172712" y="33879"/>
            <a:ext cx="2952750" cy="685800"/>
          </a:xfrm>
          <a:prstGeom prst="rect">
            <a:avLst/>
          </a:prstGeom>
          <a:noFill/>
        </p:spPr>
      </p:pic>
      <p:sp>
        <p:nvSpPr>
          <p:cNvPr id="1048649" name="Rectangle 8"/>
          <p:cNvSpPr>
            <a:spLocks noChangeArrowheads="1"/>
          </p:cNvSpPr>
          <p:nvPr/>
        </p:nvSpPr>
        <p:spPr bwMode="auto">
          <a:xfrm>
            <a:off x="0" y="6329089"/>
            <a:ext cx="9144000" cy="692696"/>
          </a:xfrm>
          <a:prstGeom prst="rect">
            <a:avLst/>
          </a:prstGeom>
          <a:solidFill>
            <a:srgbClr val="711613"/>
          </a:solidFill>
          <a:ln>
            <a:noFill/>
          </a:ln>
          <a:effectLst/>
        </p:spPr>
        <p:txBody>
          <a:bodyPr wrap="none" anchor="ctr"/>
          <a:lstStyle/>
          <a:p>
            <a:r>
              <a:rPr lang="en-US" dirty="0">
                <a:solidFill>
                  <a:schemeClr val="bg1"/>
                </a:solidFill>
              </a:rPr>
              <a:t>7</a:t>
            </a:r>
            <a:endParaRPr lang="en-IN" dirty="0">
              <a:solidFill>
                <a:schemeClr val="bg1"/>
              </a:solidFill>
            </a:endParaRPr>
          </a:p>
        </p:txBody>
      </p:sp>
      <p:sp>
        <p:nvSpPr>
          <p:cNvPr id="3" name="TextBox 2">
            <a:extLst>
              <a:ext uri="{FF2B5EF4-FFF2-40B4-BE49-F238E27FC236}">
                <a16:creationId xmlns:a16="http://schemas.microsoft.com/office/drawing/2014/main" id="{20BA1031-3292-75B4-537D-95A7A4949A34}"/>
              </a:ext>
            </a:extLst>
          </p:cNvPr>
          <p:cNvSpPr txBox="1"/>
          <p:nvPr/>
        </p:nvSpPr>
        <p:spPr>
          <a:xfrm>
            <a:off x="179512" y="1052736"/>
            <a:ext cx="8712968" cy="3785652"/>
          </a:xfrm>
          <a:prstGeom prst="rect">
            <a:avLst/>
          </a:prstGeom>
          <a:noFill/>
        </p:spPr>
        <p:txBody>
          <a:bodyPr wrap="square">
            <a:spAutoFit/>
          </a:bodyPr>
          <a:lstStyle/>
          <a:p>
            <a:pPr marL="57150" marR="0" algn="just">
              <a:spcBef>
                <a:spcPts val="0"/>
              </a:spcBef>
              <a:spcAft>
                <a:spcPts val="800"/>
              </a:spcAft>
            </a:pPr>
            <a:r>
              <a:rPr lang="en-US" sz="2400" dirty="0">
                <a:solidFill>
                  <a:srgbClr val="000000"/>
                </a:solidFill>
                <a:effectLst/>
                <a:latin typeface="Calibri" panose="020F0502020204030204" pitchFamily="34" charset="0"/>
                <a:ea typeface="Droid Sans Fallback"/>
                <a:cs typeface="Calibri" panose="020F0502020204030204" pitchFamily="34" charset="0"/>
              </a:rPr>
              <a:t>The goal of this project is to develop an efficient Traffic signs recognition  system based on Kaggle traffic sign dataset. In the image acquisition stage, the images were captured by an on board camera under different weather conditions and the image preprocessing was done by using RGB color segmentation.. The developed system has shown promising results with respect to the accuracy of 95.71%, false positive rate (0.009), and processing time (0.43 s). The recognition performance is evaluated by using ROC curve analysis. The simulation results are compared with the existing methods showing the correctness of the implementation.</a:t>
            </a:r>
            <a:endParaRPr lang="en-IN" sz="2400" dirty="0">
              <a:effectLst/>
              <a:latin typeface="Calibri" panose="020F0502020204030204" pitchFamily="34" charset="0"/>
              <a:ea typeface="Droid Sans Fallbac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itle 1"/>
          <p:cNvSpPr>
            <a:spLocks noGrp="1"/>
          </p:cNvSpPr>
          <p:nvPr>
            <p:ph type="ctrTitle"/>
          </p:nvPr>
        </p:nvSpPr>
        <p:spPr/>
        <p:txBody>
          <a:bodyPr>
            <a:normAutofit/>
          </a:bodyPr>
          <a:lstStyle/>
          <a:p>
            <a:r>
              <a:rPr lang="en-IN" sz="4000" dirty="0"/>
              <a:t>THANKS</a:t>
            </a:r>
          </a:p>
        </p:txBody>
      </p:sp>
      <p:sp>
        <p:nvSpPr>
          <p:cNvPr id="1048652" name="TextBox 4"/>
          <p:cNvSpPr txBox="1"/>
          <p:nvPr/>
        </p:nvSpPr>
        <p:spPr>
          <a:xfrm>
            <a:off x="7946934" y="6604084"/>
            <a:ext cx="1178528" cy="253916"/>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50" b="1" dirty="0">
                <a:solidFill>
                  <a:schemeClr val="bg1"/>
                </a:solidFill>
              </a:rPr>
              <a:t>T004/ Version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772</Words>
  <Application>Microsoft Office PowerPoint</Application>
  <PresentationFormat>On-screen Show (4:3)</PresentationFormat>
  <Paragraphs>50</Paragraphs>
  <Slides>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Symbol</vt:lpstr>
      <vt:lpstr>Times New Roman</vt:lpstr>
      <vt:lpstr>Office Theme</vt:lpstr>
      <vt:lpstr>TMU Date: 20/02/2023</vt:lpstr>
      <vt:lpstr>PowerPoint Presentation</vt:lpstr>
      <vt:lpstr>PowerPoint Presentation</vt:lpstr>
      <vt:lpstr>PowerPoint Presentation</vt:lpstr>
      <vt:lpstr>PowerPoint Presentation</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Jain</dc:creator>
  <cp:lastModifiedBy>shubhamj_ai@outlook.com</cp:lastModifiedBy>
  <cp:revision>1</cp:revision>
  <dcterms:created xsi:type="dcterms:W3CDTF">2016-07-30T03:16:51Z</dcterms:created>
  <dcterms:modified xsi:type="dcterms:W3CDTF">2023-05-04T21:59:50Z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b71c3831ea904ceb88f46c5ac06b6f64</vt:lpwstr>
  </property>
</Properties>
</file>